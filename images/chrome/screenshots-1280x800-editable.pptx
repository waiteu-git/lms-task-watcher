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1704638" cy="7315200"/>
  <p:notesSz cx="7315200" cy="11704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55403-19FD-4132-AA28-86E374B7210C}" v="31" dt="2026-06-26T15:06:52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9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宋　陽" userId="fc41eacb-1e89-46cc-99cc-69273c64d795" providerId="ADAL" clId="{5C6F417B-4E2C-4AA1-8CED-C9B8FB6205EF}"/>
    <pc:docChg chg="undo redo custSel modSld">
      <pc:chgData name="宋　陽" userId="fc41eacb-1e89-46cc-99cc-69273c64d795" providerId="ADAL" clId="{5C6F417B-4E2C-4AA1-8CED-C9B8FB6205EF}" dt="2026-06-26T15:24:30.323" v="3016" actId="1076"/>
      <pc:docMkLst>
        <pc:docMk/>
      </pc:docMkLst>
      <pc:sldChg chg="addSp delSp modSp mod">
        <pc:chgData name="宋　陽" userId="fc41eacb-1e89-46cc-99cc-69273c64d795" providerId="ADAL" clId="{5C6F417B-4E2C-4AA1-8CED-C9B8FB6205EF}" dt="2026-06-26T15:03:50.459" v="2687" actId="571"/>
        <pc:sldMkLst>
          <pc:docMk/>
          <pc:sldMk cId="0" sldId="256"/>
        </pc:sldMkLst>
        <pc:spChg chg="mod">
          <ac:chgData name="宋　陽" userId="fc41eacb-1e89-46cc-99cc-69273c64d795" providerId="ADAL" clId="{5C6F417B-4E2C-4AA1-8CED-C9B8FB6205EF}" dt="2026-06-26T14:46:46.970" v="2097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7:07.133" v="2102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0:02.963" v="199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5:12.442" v="2068" actId="1076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53:38.231" v="2257" actId="47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18:39.790" v="1965" actId="107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8:07.525" v="195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8:08.286" v="1960" actId="478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22.333" v="2094" actId="1076"/>
          <ac:spMkLst>
            <pc:docMk/>
            <pc:sldMk cId="0" sldId="256"/>
            <ac:spMk id="14" creationId="{592F6FE2-0B56-A36C-7CE8-DD23CAABFBAE}"/>
          </ac:spMkLst>
        </pc:spChg>
        <pc:spChg chg="del">
          <ac:chgData name="宋　陽" userId="fc41eacb-1e89-46cc-99cc-69273c64d795" providerId="ADAL" clId="{5C6F417B-4E2C-4AA1-8CED-C9B8FB6205EF}" dt="2026-06-26T14:18:09.021" v="1961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18:30.103" v="1962" actId="1076"/>
          <ac:spMkLst>
            <pc:docMk/>
            <pc:sldMk cId="0" sldId="256"/>
            <ac:spMk id="1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33.278" v="2078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35.022" v="2081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28.434" v="2072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30.459" v="2075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29.740" v="2074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29.153" v="2073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35:17.193" v="226" actId="16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43:58.511" v="503" actId="1076"/>
          <ac:spMkLst>
            <pc:docMk/>
            <pc:sldMk cId="0" sldId="256"/>
            <ac:spMk id="25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4:45:40.106" v="2087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37.596" v="2084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38.317" v="2085" actId="478"/>
          <ac:spMkLst>
            <pc:docMk/>
            <pc:sldMk cId="0" sldId="256"/>
            <ac:spMk id="2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43.796" v="2091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43.117" v="2090" actId="478"/>
          <ac:spMkLst>
            <pc:docMk/>
            <pc:sldMk cId="0" sldId="256"/>
            <ac:spMk id="3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5:42.637" v="2089" actId="478"/>
          <ac:spMkLst>
            <pc:docMk/>
            <pc:sldMk cId="0" sldId="256"/>
            <ac:spMk id="32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35:25.104" v="231" actId="478"/>
          <ac:spMkLst>
            <pc:docMk/>
            <pc:sldMk cId="0" sldId="256"/>
            <ac:spMk id="33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22.333" v="2094" actId="1076"/>
          <ac:spMkLst>
            <pc:docMk/>
            <pc:sldMk cId="0" sldId="256"/>
            <ac:spMk id="33" creationId="{652EA759-5E25-3FFB-D8BE-C90AF2ABD340}"/>
          </ac:spMkLst>
        </pc:spChg>
        <pc:spChg chg="del mod">
          <ac:chgData name="宋　陽" userId="fc41eacb-1e89-46cc-99cc-69273c64d795" providerId="ADAL" clId="{5C6F417B-4E2C-4AA1-8CED-C9B8FB6205EF}" dt="2026-06-26T13:35:23.317" v="228" actId="478"/>
          <ac:spMkLst>
            <pc:docMk/>
            <pc:sldMk cId="0" sldId="256"/>
            <ac:spMk id="3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6:49.361" v="2098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38:34.195" v="309" actId="164"/>
          <ac:spMkLst>
            <pc:docMk/>
            <pc:sldMk cId="0" sldId="256"/>
            <ac:spMk id="3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38:34.195" v="309" actId="16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38:34.195" v="309" actId="164"/>
          <ac:spMkLst>
            <pc:docMk/>
            <pc:sldMk cId="0" sldId="256"/>
            <ac:spMk id="3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39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38.166" v="2095" actId="1076"/>
          <ac:spMkLst>
            <pc:docMk/>
            <pc:sldMk cId="0" sldId="256"/>
            <ac:spMk id="39" creationId="{DA7D7085-1745-FECF-E6C6-5C9A0AA5ECDA}"/>
          </ac:spMkLst>
        </pc:spChg>
        <pc:spChg chg="del mod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1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44.161" v="2096" actId="1076"/>
          <ac:spMkLst>
            <pc:docMk/>
            <pc:sldMk cId="0" sldId="256"/>
            <ac:spMk id="41" creationId="{37FAF689-5288-944F-34D8-5163AEDFBAB5}"/>
          </ac:spMkLst>
        </pc:spChg>
        <pc:spChg chg="del mod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2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46:51.683" v="2099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8:39.396" v="310" actId="478"/>
          <ac:spMkLst>
            <pc:docMk/>
            <pc:sldMk cId="0" sldId="256"/>
            <ac:spMk id="44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38.166" v="2095" actId="1076"/>
          <ac:spMkLst>
            <pc:docMk/>
            <pc:sldMk cId="0" sldId="256"/>
            <ac:spMk id="44" creationId="{FB8D90CF-8714-4B8B-E1CB-D0A70B05DEC1}"/>
          </ac:spMkLst>
        </pc:spChg>
        <pc:spChg chg="del">
          <ac:chgData name="宋　陽" userId="fc41eacb-1e89-46cc-99cc-69273c64d795" providerId="ADAL" clId="{5C6F417B-4E2C-4AA1-8CED-C9B8FB6205EF}" dt="2026-06-26T13:38:42.850" v="312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8:42.850" v="312" actId="478"/>
          <ac:spMkLst>
            <pc:docMk/>
            <pc:sldMk cId="0" sldId="256"/>
            <ac:spMk id="46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22.333" v="2094" actId="1076"/>
          <ac:spMkLst>
            <pc:docMk/>
            <pc:sldMk cId="0" sldId="256"/>
            <ac:spMk id="46" creationId="{DD3A22B1-C993-8BAE-E416-864603D53B6B}"/>
          </ac:spMkLst>
        </pc:spChg>
        <pc:spChg chg="del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7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8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38.166" v="2095" actId="1076"/>
          <ac:spMkLst>
            <pc:docMk/>
            <pc:sldMk cId="0" sldId="256"/>
            <ac:spMk id="48" creationId="{FA3B5156-A417-D949-384F-076B661AA7CB}"/>
          </ac:spMkLst>
        </pc:spChg>
        <pc:spChg chg="del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49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5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6:52.312" v="2100" actId="478"/>
          <ac:spMkLst>
            <pc:docMk/>
            <pc:sldMk cId="0" sldId="256"/>
            <ac:spMk id="5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8:51.532" v="314" actId="478"/>
          <ac:spMkLst>
            <pc:docMk/>
            <pc:sldMk cId="0" sldId="256"/>
            <ac:spMk id="5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8:53.603" v="316" actId="478"/>
          <ac:spMkLst>
            <pc:docMk/>
            <pc:sldMk cId="0" sldId="256"/>
            <ac:spMk id="5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6:38.166" v="2095" actId="1076"/>
          <ac:spMkLst>
            <pc:docMk/>
            <pc:sldMk cId="0" sldId="256"/>
            <ac:spMk id="53" creationId="{8D79790C-54E1-974A-6999-4DD700BAF3F2}"/>
          </ac:spMkLst>
        </pc:spChg>
        <pc:spChg chg="del">
          <ac:chgData name="宋　陽" userId="fc41eacb-1e89-46cc-99cc-69273c64d795" providerId="ADAL" clId="{5C6F417B-4E2C-4AA1-8CED-C9B8FB6205EF}" dt="2026-06-26T13:38:52.941" v="315" actId="478"/>
          <ac:spMkLst>
            <pc:docMk/>
            <pc:sldMk cId="0" sldId="256"/>
            <ac:spMk id="5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55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22.333" v="2094" actId="1076"/>
          <ac:spMkLst>
            <pc:docMk/>
            <pc:sldMk cId="0" sldId="256"/>
            <ac:spMk id="55" creationId="{F9824913-EBCE-BEF0-B8B3-C8E97B86D6C0}"/>
          </ac:spMkLst>
        </pc:spChg>
        <pc:spChg chg="del mod">
          <ac:chgData name="宋　陽" userId="fc41eacb-1e89-46cc-99cc-69273c64d795" providerId="ADAL" clId="{5C6F417B-4E2C-4AA1-8CED-C9B8FB6205EF}" dt="2026-06-26T13:39:45.833" v="322" actId="478"/>
          <ac:spMkLst>
            <pc:docMk/>
            <pc:sldMk cId="0" sldId="256"/>
            <ac:spMk id="56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6:22.333" v="2094" actId="1076"/>
          <ac:spMkLst>
            <pc:docMk/>
            <pc:sldMk cId="0" sldId="256"/>
            <ac:spMk id="57" creationId="{3DE92381-16B4-41B3-D44D-A4030DE6FAFE}"/>
          </ac:spMkLst>
        </pc:spChg>
        <pc:spChg chg="del mod">
          <ac:chgData name="宋　陽" userId="fc41eacb-1e89-46cc-99cc-69273c64d795" providerId="ADAL" clId="{5C6F417B-4E2C-4AA1-8CED-C9B8FB6205EF}" dt="2026-06-26T13:39:45.009" v="321" actId="478"/>
          <ac:spMkLst>
            <pc:docMk/>
            <pc:sldMk cId="0" sldId="256"/>
            <ac:spMk id="58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5:00:59.231" v="2562" actId="20577"/>
          <ac:spMkLst>
            <pc:docMk/>
            <pc:sldMk cId="0" sldId="256"/>
            <ac:spMk id="59" creationId="{8FE4FFD8-8554-6C45-521C-97EC04D3CDD6}"/>
          </ac:spMkLst>
        </pc:spChg>
        <pc:spChg chg="add mod">
          <ac:chgData name="宋　陽" userId="fc41eacb-1e89-46cc-99cc-69273c64d795" providerId="ADAL" clId="{5C6F417B-4E2C-4AA1-8CED-C9B8FB6205EF}" dt="2026-06-26T13:34:15.313" v="200" actId="1076"/>
          <ac:spMkLst>
            <pc:docMk/>
            <pc:sldMk cId="0" sldId="256"/>
            <ac:spMk id="60" creationId="{AB2A1C2C-41CC-7DB4-21FB-A541AC63CAD9}"/>
          </ac:spMkLst>
        </pc:spChg>
        <pc:spChg chg="add del mod">
          <ac:chgData name="宋　陽" userId="fc41eacb-1e89-46cc-99cc-69273c64d795" providerId="ADAL" clId="{5C6F417B-4E2C-4AA1-8CED-C9B8FB6205EF}" dt="2026-06-26T14:53:43.424" v="2258" actId="1076"/>
          <ac:spMkLst>
            <pc:docMk/>
            <pc:sldMk cId="0" sldId="256"/>
            <ac:spMk id="61" creationId="{8B0B947E-30F3-1508-9014-DD9A6EC71A87}"/>
          </ac:spMkLst>
        </pc:spChg>
        <pc:spChg chg="add mod">
          <ac:chgData name="宋　陽" userId="fc41eacb-1e89-46cc-99cc-69273c64d795" providerId="ADAL" clId="{5C6F417B-4E2C-4AA1-8CED-C9B8FB6205EF}" dt="2026-06-26T14:46:38.166" v="2095" actId="1076"/>
          <ac:spMkLst>
            <pc:docMk/>
            <pc:sldMk cId="0" sldId="256"/>
            <ac:spMk id="62" creationId="{2C45FBC7-D06D-B9CE-A227-3F6FB76E626C}"/>
          </ac:spMkLst>
        </pc:spChg>
        <pc:spChg chg="add del mod">
          <ac:chgData name="宋　陽" userId="fc41eacb-1e89-46cc-99cc-69273c64d795" providerId="ADAL" clId="{5C6F417B-4E2C-4AA1-8CED-C9B8FB6205EF}" dt="2026-06-26T13:35:23.322" v="230"/>
          <ac:spMkLst>
            <pc:docMk/>
            <pc:sldMk cId="0" sldId="256"/>
            <ac:spMk id="63" creationId="{1E199ED0-0412-4395-D826-7F794819BF31}"/>
          </ac:spMkLst>
        </pc:spChg>
        <pc:spChg chg="add mod">
          <ac:chgData name="宋　陽" userId="fc41eacb-1e89-46cc-99cc-69273c64d795" providerId="ADAL" clId="{5C6F417B-4E2C-4AA1-8CED-C9B8FB6205EF}" dt="2026-06-26T15:01:18.536" v="2590" actId="20577"/>
          <ac:spMkLst>
            <pc:docMk/>
            <pc:sldMk cId="0" sldId="256"/>
            <ac:spMk id="64" creationId="{AEDB09B3-4D1A-A8D2-D7C3-710569C0ADF6}"/>
          </ac:spMkLst>
        </pc:spChg>
        <pc:spChg chg="add mod">
          <ac:chgData name="宋　陽" userId="fc41eacb-1e89-46cc-99cc-69273c64d795" providerId="ADAL" clId="{5C6F417B-4E2C-4AA1-8CED-C9B8FB6205EF}" dt="2026-06-26T14:19:53.322" v="1987" actId="1076"/>
          <ac:spMkLst>
            <pc:docMk/>
            <pc:sldMk cId="0" sldId="256"/>
            <ac:spMk id="65" creationId="{6CD475D5-E139-747B-AEE9-1FDB6D726453}"/>
          </ac:spMkLst>
        </pc:spChg>
        <pc:spChg chg="add del mod">
          <ac:chgData name="宋　陽" userId="fc41eacb-1e89-46cc-99cc-69273c64d795" providerId="ADAL" clId="{5C6F417B-4E2C-4AA1-8CED-C9B8FB6205EF}" dt="2026-06-26T15:03:50.459" v="2687" actId="571"/>
          <ac:spMkLst>
            <pc:docMk/>
            <pc:sldMk cId="0" sldId="256"/>
            <ac:spMk id="66" creationId="{ADFD743B-608D-461B-8DF1-9533CC931EB8}"/>
          </ac:spMkLst>
        </pc:spChg>
        <pc:spChg chg="add mod">
          <ac:chgData name="宋　陽" userId="fc41eacb-1e89-46cc-99cc-69273c64d795" providerId="ADAL" clId="{5C6F417B-4E2C-4AA1-8CED-C9B8FB6205EF}" dt="2026-06-26T14:19:48.394" v="1986" actId="1076"/>
          <ac:spMkLst>
            <pc:docMk/>
            <pc:sldMk cId="0" sldId="256"/>
            <ac:spMk id="67" creationId="{1268A6DD-1DBB-FC9C-6A3B-045A09DC5DB1}"/>
          </ac:spMkLst>
        </pc:spChg>
        <pc:spChg chg="add mod">
          <ac:chgData name="宋　陽" userId="fc41eacb-1e89-46cc-99cc-69273c64d795" providerId="ADAL" clId="{5C6F417B-4E2C-4AA1-8CED-C9B8FB6205EF}" dt="2026-06-26T15:03:50.459" v="2687" actId="571"/>
          <ac:spMkLst>
            <pc:docMk/>
            <pc:sldMk cId="0" sldId="256"/>
            <ac:spMk id="68" creationId="{43CC8AF8-3C59-B755-9CF5-FD3B86DC0D19}"/>
          </ac:spMkLst>
        </pc:spChg>
        <pc:spChg chg="add mod">
          <ac:chgData name="宋　陽" userId="fc41eacb-1e89-46cc-99cc-69273c64d795" providerId="ADAL" clId="{5C6F417B-4E2C-4AA1-8CED-C9B8FB6205EF}" dt="2026-06-26T14:19:56.054" v="1988" actId="1076"/>
          <ac:spMkLst>
            <pc:docMk/>
            <pc:sldMk cId="0" sldId="256"/>
            <ac:spMk id="69" creationId="{2AC79F03-8870-3A1A-262A-A6F14BEBB83B}"/>
          </ac:spMkLst>
        </pc:spChg>
        <pc:spChg chg="add mod">
          <ac:chgData name="宋　陽" userId="fc41eacb-1e89-46cc-99cc-69273c64d795" providerId="ADAL" clId="{5C6F417B-4E2C-4AA1-8CED-C9B8FB6205EF}" dt="2026-06-26T15:03:50.459" v="2687" actId="571"/>
          <ac:spMkLst>
            <pc:docMk/>
            <pc:sldMk cId="0" sldId="256"/>
            <ac:spMk id="70" creationId="{52FF6433-65DC-E352-F189-07D970814B14}"/>
          </ac:spMkLst>
        </pc:spChg>
        <pc:spChg chg="add del mod">
          <ac:chgData name="宋　陽" userId="fc41eacb-1e89-46cc-99cc-69273c64d795" providerId="ADAL" clId="{5C6F417B-4E2C-4AA1-8CED-C9B8FB6205EF}" dt="2026-06-26T14:45:31.523" v="2077" actId="478"/>
          <ac:spMkLst>
            <pc:docMk/>
            <pc:sldMk cId="0" sldId="256"/>
            <ac:spMk id="71" creationId="{7251B811-9A7C-4D42-AF2D-954605DB091E}"/>
          </ac:spMkLst>
        </pc:spChg>
        <pc:spChg chg="add del mod">
          <ac:chgData name="宋　陽" userId="fc41eacb-1e89-46cc-99cc-69273c64d795" providerId="ADAL" clId="{5C6F417B-4E2C-4AA1-8CED-C9B8FB6205EF}" dt="2026-06-26T14:45:45.622" v="2092" actId="478"/>
          <ac:spMkLst>
            <pc:docMk/>
            <pc:sldMk cId="0" sldId="256"/>
            <ac:spMk id="74" creationId="{CA2E7A56-36D1-30C9-9654-C166DFFAAED6}"/>
          </ac:spMkLst>
        </pc:spChg>
        <pc:spChg chg="add del mod">
          <ac:chgData name="宋　陽" userId="fc41eacb-1e89-46cc-99cc-69273c64d795" providerId="ADAL" clId="{5C6F417B-4E2C-4AA1-8CED-C9B8FB6205EF}" dt="2026-06-26T14:45:34.491" v="2080" actId="478"/>
          <ac:spMkLst>
            <pc:docMk/>
            <pc:sldMk cId="0" sldId="256"/>
            <ac:spMk id="76" creationId="{891CC261-249F-D6AB-F03B-403939DCADAC}"/>
          </ac:spMkLst>
        </pc:spChg>
        <pc:spChg chg="add del mod">
          <ac:chgData name="宋　陽" userId="fc41eacb-1e89-46cc-99cc-69273c64d795" providerId="ADAL" clId="{5C6F417B-4E2C-4AA1-8CED-C9B8FB6205EF}" dt="2026-06-26T14:45:36.937" v="2083" actId="478"/>
          <ac:spMkLst>
            <pc:docMk/>
            <pc:sldMk cId="0" sldId="256"/>
            <ac:spMk id="78" creationId="{58A0A789-43BC-CA9E-59C6-D461A243918D}"/>
          </ac:spMkLst>
        </pc:spChg>
        <pc:spChg chg="mod">
          <ac:chgData name="宋　陽" userId="fc41eacb-1e89-46cc-99cc-69273c64d795" providerId="ADAL" clId="{5C6F417B-4E2C-4AA1-8CED-C9B8FB6205EF}" dt="2026-06-26T13:38:40.098" v="311"/>
          <ac:spMkLst>
            <pc:docMk/>
            <pc:sldMk cId="0" sldId="256"/>
            <ac:spMk id="81" creationId="{A9E034DE-509B-0DCE-8A84-8B9A3A8FBC24}"/>
          </ac:spMkLst>
        </pc:spChg>
        <pc:spChg chg="mod">
          <ac:chgData name="宋　陽" userId="fc41eacb-1e89-46cc-99cc-69273c64d795" providerId="ADAL" clId="{5C6F417B-4E2C-4AA1-8CED-C9B8FB6205EF}" dt="2026-06-26T13:38:40.098" v="311"/>
          <ac:spMkLst>
            <pc:docMk/>
            <pc:sldMk cId="0" sldId="256"/>
            <ac:spMk id="82" creationId="{F49DF595-C381-3CBE-AC88-7FDB0D40FE9F}"/>
          </ac:spMkLst>
        </pc:spChg>
        <pc:spChg chg="mod">
          <ac:chgData name="宋　陽" userId="fc41eacb-1e89-46cc-99cc-69273c64d795" providerId="ADAL" clId="{5C6F417B-4E2C-4AA1-8CED-C9B8FB6205EF}" dt="2026-06-26T13:38:40.098" v="311"/>
          <ac:spMkLst>
            <pc:docMk/>
            <pc:sldMk cId="0" sldId="256"/>
            <ac:spMk id="83" creationId="{B80031CE-5238-E2E9-ED6B-3A5C7FF56AAD}"/>
          </ac:spMkLst>
        </pc:spChg>
        <pc:spChg chg="mod">
          <ac:chgData name="宋　陽" userId="fc41eacb-1e89-46cc-99cc-69273c64d795" providerId="ADAL" clId="{5C6F417B-4E2C-4AA1-8CED-C9B8FB6205EF}" dt="2026-06-26T13:38:54.572" v="317"/>
          <ac:spMkLst>
            <pc:docMk/>
            <pc:sldMk cId="0" sldId="256"/>
            <ac:spMk id="85" creationId="{1556F789-EA56-3E1B-41F8-D65789AAE83A}"/>
          </ac:spMkLst>
        </pc:spChg>
        <pc:spChg chg="mod">
          <ac:chgData name="宋　陽" userId="fc41eacb-1e89-46cc-99cc-69273c64d795" providerId="ADAL" clId="{5C6F417B-4E2C-4AA1-8CED-C9B8FB6205EF}" dt="2026-06-26T13:38:54.572" v="317"/>
          <ac:spMkLst>
            <pc:docMk/>
            <pc:sldMk cId="0" sldId="256"/>
            <ac:spMk id="86" creationId="{F0DAB6C0-613C-ABAD-2CB7-15DE088D32B3}"/>
          </ac:spMkLst>
        </pc:spChg>
        <pc:spChg chg="mod">
          <ac:chgData name="宋　陽" userId="fc41eacb-1e89-46cc-99cc-69273c64d795" providerId="ADAL" clId="{5C6F417B-4E2C-4AA1-8CED-C9B8FB6205EF}" dt="2026-06-26T13:38:54.572" v="317"/>
          <ac:spMkLst>
            <pc:docMk/>
            <pc:sldMk cId="0" sldId="256"/>
            <ac:spMk id="87" creationId="{36CE8C69-50F8-32B7-D046-81E9AA030165}"/>
          </ac:spMkLst>
        </pc:spChg>
        <pc:spChg chg="mod">
          <ac:chgData name="宋　陽" userId="fc41eacb-1e89-46cc-99cc-69273c64d795" providerId="ADAL" clId="{5C6F417B-4E2C-4AA1-8CED-C9B8FB6205EF}" dt="2026-06-26T13:38:59.129" v="318"/>
          <ac:spMkLst>
            <pc:docMk/>
            <pc:sldMk cId="0" sldId="256"/>
            <ac:spMk id="89" creationId="{63938A03-E833-DC6C-8599-86ADC4830462}"/>
          </ac:spMkLst>
        </pc:spChg>
        <pc:spChg chg="mod">
          <ac:chgData name="宋　陽" userId="fc41eacb-1e89-46cc-99cc-69273c64d795" providerId="ADAL" clId="{5C6F417B-4E2C-4AA1-8CED-C9B8FB6205EF}" dt="2026-06-26T13:38:59.129" v="318"/>
          <ac:spMkLst>
            <pc:docMk/>
            <pc:sldMk cId="0" sldId="256"/>
            <ac:spMk id="90" creationId="{8837E003-E0B0-7B02-18F8-0A79CC6A91D7}"/>
          </ac:spMkLst>
        </pc:spChg>
        <pc:spChg chg="mod">
          <ac:chgData name="宋　陽" userId="fc41eacb-1e89-46cc-99cc-69273c64d795" providerId="ADAL" clId="{5C6F417B-4E2C-4AA1-8CED-C9B8FB6205EF}" dt="2026-06-26T13:38:59.129" v="318"/>
          <ac:spMkLst>
            <pc:docMk/>
            <pc:sldMk cId="0" sldId="256"/>
            <ac:spMk id="91" creationId="{76CACEBE-BA36-2FD8-D122-DFF0C9C286B2}"/>
          </ac:spMkLst>
        </pc:spChg>
        <pc:spChg chg="add mod">
          <ac:chgData name="宋　陽" userId="fc41eacb-1e89-46cc-99cc-69273c64d795" providerId="ADAL" clId="{5C6F417B-4E2C-4AA1-8CED-C9B8FB6205EF}" dt="2026-06-26T14:47:00.795" v="2101" actId="1076"/>
          <ac:spMkLst>
            <pc:docMk/>
            <pc:sldMk cId="0" sldId="256"/>
            <ac:spMk id="92" creationId="{8826E53C-E4FB-8123-B4A4-8AFBFA767C34}"/>
          </ac:spMkLst>
        </pc:spChg>
        <pc:spChg chg="add mod">
          <ac:chgData name="宋　陽" userId="fc41eacb-1e89-46cc-99cc-69273c64d795" providerId="ADAL" clId="{5C6F417B-4E2C-4AA1-8CED-C9B8FB6205EF}" dt="2026-06-26T14:47:00.795" v="2101" actId="1076"/>
          <ac:spMkLst>
            <pc:docMk/>
            <pc:sldMk cId="0" sldId="256"/>
            <ac:spMk id="94" creationId="{46B272E0-6510-7A08-3D4A-D42B0D26156C}"/>
          </ac:spMkLst>
        </pc:spChg>
        <pc:spChg chg="add mod">
          <ac:chgData name="宋　陽" userId="fc41eacb-1e89-46cc-99cc-69273c64d795" providerId="ADAL" clId="{5C6F417B-4E2C-4AA1-8CED-C9B8FB6205EF}" dt="2026-06-26T14:47:00.795" v="2101" actId="1076"/>
          <ac:spMkLst>
            <pc:docMk/>
            <pc:sldMk cId="0" sldId="256"/>
            <ac:spMk id="96" creationId="{FDEB9ACD-1F23-E22A-BB69-DE37C50400C0}"/>
          </ac:spMkLst>
        </pc:spChg>
        <pc:spChg chg="del mod topLvl">
          <ac:chgData name="宋　陽" userId="fc41eacb-1e89-46cc-99cc-69273c64d795" providerId="ADAL" clId="{5C6F417B-4E2C-4AA1-8CED-C9B8FB6205EF}" dt="2026-06-26T13:44:12.880" v="506" actId="478"/>
          <ac:spMkLst>
            <pc:docMk/>
            <pc:sldMk cId="0" sldId="256"/>
            <ac:spMk id="98" creationId="{3E548FD6-B399-5856-9A88-CFAE4F60AAE3}"/>
          </ac:spMkLst>
        </pc:spChg>
        <pc:spChg chg="del mod topLvl">
          <ac:chgData name="宋　陽" userId="fc41eacb-1e89-46cc-99cc-69273c64d795" providerId="ADAL" clId="{5C6F417B-4E2C-4AA1-8CED-C9B8FB6205EF}" dt="2026-06-26T14:45:41.256" v="2088" actId="478"/>
          <ac:spMkLst>
            <pc:docMk/>
            <pc:sldMk cId="0" sldId="256"/>
            <ac:spMk id="99" creationId="{05B0B073-DB9E-E51A-DB4D-09609AB61631}"/>
          </ac:spMkLst>
        </pc:spChg>
        <pc:spChg chg="add mod">
          <ac:chgData name="宋　陽" userId="fc41eacb-1e89-46cc-99cc-69273c64d795" providerId="ADAL" clId="{5C6F417B-4E2C-4AA1-8CED-C9B8FB6205EF}" dt="2026-06-26T14:20:30.731" v="1998" actId="1076"/>
          <ac:spMkLst>
            <pc:docMk/>
            <pc:sldMk cId="0" sldId="256"/>
            <ac:spMk id="101" creationId="{A06AB0FF-33A8-3A11-056A-0C08E712A37F}"/>
          </ac:spMkLst>
        </pc:spChg>
        <pc:spChg chg="add mod">
          <ac:chgData name="宋　陽" userId="fc41eacb-1e89-46cc-99cc-69273c64d795" providerId="ADAL" clId="{5C6F417B-4E2C-4AA1-8CED-C9B8FB6205EF}" dt="2026-06-26T14:20:34.261" v="1999" actId="1076"/>
          <ac:spMkLst>
            <pc:docMk/>
            <pc:sldMk cId="0" sldId="256"/>
            <ac:spMk id="103" creationId="{6F35D065-0F5B-786A-040A-21510A4D518B}"/>
          </ac:spMkLst>
        </pc:spChg>
        <pc:spChg chg="add mod">
          <ac:chgData name="宋　陽" userId="fc41eacb-1e89-46cc-99cc-69273c64d795" providerId="ADAL" clId="{5C6F417B-4E2C-4AA1-8CED-C9B8FB6205EF}" dt="2026-06-26T14:20:37.681" v="2000" actId="1076"/>
          <ac:spMkLst>
            <pc:docMk/>
            <pc:sldMk cId="0" sldId="256"/>
            <ac:spMk id="105" creationId="{DD9C704F-7077-58CE-77BF-129710886701}"/>
          </ac:spMkLst>
        </pc:spChg>
        <pc:grpChg chg="add del mod">
          <ac:chgData name="宋　陽" userId="fc41eacb-1e89-46cc-99cc-69273c64d795" providerId="ADAL" clId="{5C6F417B-4E2C-4AA1-8CED-C9B8FB6205EF}" dt="2026-06-26T14:45:35.601" v="2082" actId="478"/>
          <ac:grpSpMkLst>
            <pc:docMk/>
            <pc:sldMk cId="0" sldId="256"/>
            <ac:grpSpMk id="72" creationId="{236E98EB-5CC0-594F-551D-DC09C279DFDD}"/>
          </ac:grpSpMkLst>
        </pc:grpChg>
        <pc:grpChg chg="add mod">
          <ac:chgData name="宋　陽" userId="fc41eacb-1e89-46cc-99cc-69273c64d795" providerId="ADAL" clId="{5C6F417B-4E2C-4AA1-8CED-C9B8FB6205EF}" dt="2026-06-26T13:42:34.310" v="494" actId="1076"/>
          <ac:grpSpMkLst>
            <pc:docMk/>
            <pc:sldMk cId="0" sldId="256"/>
            <ac:grpSpMk id="79" creationId="{B7FB25E2-8972-395C-27C1-4D6895A685A8}"/>
          </ac:grpSpMkLst>
        </pc:grpChg>
        <pc:grpChg chg="add mod">
          <ac:chgData name="宋　陽" userId="fc41eacb-1e89-46cc-99cc-69273c64d795" providerId="ADAL" clId="{5C6F417B-4E2C-4AA1-8CED-C9B8FB6205EF}" dt="2026-06-26T13:42:34.310" v="494" actId="1076"/>
          <ac:grpSpMkLst>
            <pc:docMk/>
            <pc:sldMk cId="0" sldId="256"/>
            <ac:grpSpMk id="80" creationId="{8C02E943-8518-57C7-9DD9-52BB19A00FDA}"/>
          </ac:grpSpMkLst>
        </pc:grpChg>
        <pc:grpChg chg="add mod">
          <ac:chgData name="宋　陽" userId="fc41eacb-1e89-46cc-99cc-69273c64d795" providerId="ADAL" clId="{5C6F417B-4E2C-4AA1-8CED-C9B8FB6205EF}" dt="2026-06-26T13:38:54.572" v="317"/>
          <ac:grpSpMkLst>
            <pc:docMk/>
            <pc:sldMk cId="0" sldId="256"/>
            <ac:grpSpMk id="84" creationId="{E453715D-542B-ADA7-4E87-917ACB40370C}"/>
          </ac:grpSpMkLst>
        </pc:grpChg>
        <pc:grpChg chg="add mod">
          <ac:chgData name="宋　陽" userId="fc41eacb-1e89-46cc-99cc-69273c64d795" providerId="ADAL" clId="{5C6F417B-4E2C-4AA1-8CED-C9B8FB6205EF}" dt="2026-06-26T13:42:34.310" v="494" actId="1076"/>
          <ac:grpSpMkLst>
            <pc:docMk/>
            <pc:sldMk cId="0" sldId="256"/>
            <ac:grpSpMk id="88" creationId="{160BC477-EF6F-5419-866A-6E530E57E045}"/>
          </ac:grpSpMkLst>
        </pc:grpChg>
        <pc:grpChg chg="add del mod">
          <ac:chgData name="宋　陽" userId="fc41eacb-1e89-46cc-99cc-69273c64d795" providerId="ADAL" clId="{5C6F417B-4E2C-4AA1-8CED-C9B8FB6205EF}" dt="2026-06-26T13:44:12.880" v="506" actId="478"/>
          <ac:grpSpMkLst>
            <pc:docMk/>
            <pc:sldMk cId="0" sldId="256"/>
            <ac:grpSpMk id="97" creationId="{158A5D7F-AAF7-81A3-1327-5B1B31E2254D}"/>
          </ac:grpSpMkLst>
        </pc:grpChg>
      </pc:sldChg>
      <pc:sldChg chg="addSp delSp modSp mod">
        <pc:chgData name="宋　陽" userId="fc41eacb-1e89-46cc-99cc-69273c64d795" providerId="ADAL" clId="{5C6F417B-4E2C-4AA1-8CED-C9B8FB6205EF}" dt="2026-06-26T14:57:29.081" v="2368" actId="1076"/>
        <pc:sldMkLst>
          <pc:docMk/>
          <pc:sldMk cId="0" sldId="257"/>
        </pc:sldMkLst>
        <pc:spChg chg="del">
          <ac:chgData name="宋　陽" userId="fc41eacb-1e89-46cc-99cc-69273c64d795" providerId="ADAL" clId="{5C6F417B-4E2C-4AA1-8CED-C9B8FB6205EF}" dt="2026-06-26T14:47:31.162" v="2108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52:54.293" v="873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1:03.172" v="2002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1:04.073" v="2003" actId="478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57:29.081" v="2368" actId="1076"/>
          <ac:spMkLst>
            <pc:docMk/>
            <pc:sldMk cId="0" sldId="257"/>
            <ac:spMk id="11" creationId="{A5395B14-9F21-82DF-6F76-ABB11B94D954}"/>
          </ac:spMkLst>
        </pc:spChg>
        <pc:spChg chg="del">
          <ac:chgData name="宋　陽" userId="fc41eacb-1e89-46cc-99cc-69273c64d795" providerId="ADAL" clId="{5C6F417B-4E2C-4AA1-8CED-C9B8FB6205EF}" dt="2026-06-26T14:21:06.938" v="2004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2:28.700" v="2033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2:29.453" v="203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6:40.883" v="601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48.561" v="613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47.378" v="612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49.763" v="615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49.163" v="614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6:57.774" v="606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3.602" v="617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3.005" v="616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4.564" v="619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4.113" v="618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17.171" v="610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3.801" v="625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5.629" v="620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7:56.169" v="621" actId="478"/>
          <ac:spMkLst>
            <pc:docMk/>
            <pc:sldMk cId="0" sldId="257"/>
            <ac:spMk id="3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1:33.173" v="784" actId="478"/>
          <ac:spMkLst>
            <pc:docMk/>
            <pc:sldMk cId="0" sldId="257"/>
            <ac:spMk id="40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51:33.650" v="785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1.914" v="622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2.633" v="623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3.205" v="624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1:34.613" v="787" actId="478"/>
          <ac:spMkLst>
            <pc:docMk/>
            <pc:sldMk cId="0" sldId="257"/>
            <ac:spMk id="46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51:34.252" v="786" actId="478"/>
          <ac:spMkLst>
            <pc:docMk/>
            <pc:sldMk cId="0" sldId="257"/>
            <ac:spMk id="4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5.394" v="627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4.720" v="626" actId="478"/>
          <ac:spMkLst>
            <pc:docMk/>
            <pc:sldMk cId="0" sldId="257"/>
            <ac:spMk id="5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48:05.931" v="628" actId="478"/>
          <ac:spMkLst>
            <pc:docMk/>
            <pc:sldMk cId="0" sldId="257"/>
            <ac:spMk id="5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1:35.646" v="789" actId="478"/>
          <ac:spMkLst>
            <pc:docMk/>
            <pc:sldMk cId="0" sldId="257"/>
            <ac:spMk id="52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51:35.243" v="788" actId="478"/>
          <ac:spMkLst>
            <pc:docMk/>
            <pc:sldMk cId="0" sldId="257"/>
            <ac:spMk id="53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4:47:33.234" v="2109" actId="403"/>
          <ac:spMkLst>
            <pc:docMk/>
            <pc:sldMk cId="0" sldId="257"/>
            <ac:spMk id="55" creationId="{0631ACF1-C1AB-E072-6908-1878DB2AE752}"/>
          </ac:spMkLst>
        </pc:spChg>
        <pc:spChg chg="add mod">
          <ac:chgData name="宋　陽" userId="fc41eacb-1e89-46cc-99cc-69273c64d795" providerId="ADAL" clId="{5C6F417B-4E2C-4AA1-8CED-C9B8FB6205EF}" dt="2026-06-26T13:45:35.455" v="565" actId="1076"/>
          <ac:spMkLst>
            <pc:docMk/>
            <pc:sldMk cId="0" sldId="257"/>
            <ac:spMk id="57" creationId="{21131B4E-D243-4A2C-9402-3C6BA79F170D}"/>
          </ac:spMkLst>
        </pc:spChg>
        <pc:spChg chg="add mod">
          <ac:chgData name="宋　陽" userId="fc41eacb-1e89-46cc-99cc-69273c64d795" providerId="ADAL" clId="{5C6F417B-4E2C-4AA1-8CED-C9B8FB6205EF}" dt="2026-06-26T14:21:26.103" v="2006" actId="1076"/>
          <ac:spMkLst>
            <pc:docMk/>
            <pc:sldMk cId="0" sldId="257"/>
            <ac:spMk id="59" creationId="{F29149F4-08D2-ED4C-4DC4-104B6C98CCE6}"/>
          </ac:spMkLst>
        </pc:spChg>
        <pc:spChg chg="add mod">
          <ac:chgData name="宋　陽" userId="fc41eacb-1e89-46cc-99cc-69273c64d795" providerId="ADAL" clId="{5C6F417B-4E2C-4AA1-8CED-C9B8FB6205EF}" dt="2026-06-26T14:21:39.001" v="2020" actId="1076"/>
          <ac:spMkLst>
            <pc:docMk/>
            <pc:sldMk cId="0" sldId="257"/>
            <ac:spMk id="61" creationId="{FB6FAD90-2EEA-1BA7-ED33-51781F770D1F}"/>
          </ac:spMkLst>
        </pc:spChg>
        <pc:spChg chg="add mod">
          <ac:chgData name="宋　陽" userId="fc41eacb-1e89-46cc-99cc-69273c64d795" providerId="ADAL" clId="{5C6F417B-4E2C-4AA1-8CED-C9B8FB6205EF}" dt="2026-06-26T13:46:30.391" v="600" actId="1076"/>
          <ac:spMkLst>
            <pc:docMk/>
            <pc:sldMk cId="0" sldId="257"/>
            <ac:spMk id="63" creationId="{9A930AE3-6814-ECDB-01C0-21FFD336DF90}"/>
          </ac:spMkLst>
        </pc:spChg>
        <pc:spChg chg="add mod">
          <ac:chgData name="宋　陽" userId="fc41eacb-1e89-46cc-99cc-69273c64d795" providerId="ADAL" clId="{5C6F417B-4E2C-4AA1-8CED-C9B8FB6205EF}" dt="2026-06-26T13:46:25.753" v="599" actId="1076"/>
          <ac:spMkLst>
            <pc:docMk/>
            <pc:sldMk cId="0" sldId="257"/>
            <ac:spMk id="65" creationId="{25B687C2-625B-5571-7453-368EBCDF3547}"/>
          </ac:spMkLst>
        </pc:spChg>
        <pc:spChg chg="add mod">
          <ac:chgData name="宋　陽" userId="fc41eacb-1e89-46cc-99cc-69273c64d795" providerId="ADAL" clId="{5C6F417B-4E2C-4AA1-8CED-C9B8FB6205EF}" dt="2026-06-26T13:50:04.464" v="719" actId="20577"/>
          <ac:spMkLst>
            <pc:docMk/>
            <pc:sldMk cId="0" sldId="257"/>
            <ac:spMk id="67" creationId="{F7E6D761-A8A1-43E4-B5DE-EF401E557804}"/>
          </ac:spMkLst>
        </pc:spChg>
        <pc:spChg chg="add mod">
          <ac:chgData name="宋　陽" userId="fc41eacb-1e89-46cc-99cc-69273c64d795" providerId="ADAL" clId="{5C6F417B-4E2C-4AA1-8CED-C9B8FB6205EF}" dt="2026-06-26T14:24:33.913" v="2055" actId="1076"/>
          <ac:spMkLst>
            <pc:docMk/>
            <pc:sldMk cId="0" sldId="257"/>
            <ac:spMk id="69" creationId="{3EB482F0-8004-ADFF-7333-20CF7E78152D}"/>
          </ac:spMkLst>
        </pc:spChg>
        <pc:spChg chg="add mod">
          <ac:chgData name="宋　陽" userId="fc41eacb-1e89-46cc-99cc-69273c64d795" providerId="ADAL" clId="{5C6F417B-4E2C-4AA1-8CED-C9B8FB6205EF}" dt="2026-06-26T13:47:23.473" v="611" actId="1076"/>
          <ac:spMkLst>
            <pc:docMk/>
            <pc:sldMk cId="0" sldId="257"/>
            <ac:spMk id="71" creationId="{4C54A9B1-F040-7E4E-26D5-E7EC7D388289}"/>
          </ac:spMkLst>
        </pc:spChg>
        <pc:spChg chg="mod">
          <ac:chgData name="宋　陽" userId="fc41eacb-1e89-46cc-99cc-69273c64d795" providerId="ADAL" clId="{5C6F417B-4E2C-4AA1-8CED-C9B8FB6205EF}" dt="2026-06-26T13:48:10.548" v="629"/>
          <ac:spMkLst>
            <pc:docMk/>
            <pc:sldMk cId="0" sldId="257"/>
            <ac:spMk id="73" creationId="{B2811F2F-390F-781A-9D35-7BEF65E05ED1}"/>
          </ac:spMkLst>
        </pc:spChg>
        <pc:spChg chg="mod">
          <ac:chgData name="宋　陽" userId="fc41eacb-1e89-46cc-99cc-69273c64d795" providerId="ADAL" clId="{5C6F417B-4E2C-4AA1-8CED-C9B8FB6205EF}" dt="2026-06-26T13:48:10.548" v="629"/>
          <ac:spMkLst>
            <pc:docMk/>
            <pc:sldMk cId="0" sldId="257"/>
            <ac:spMk id="74" creationId="{FE998EFD-9E35-8DC1-4CCB-C2504D55B99E}"/>
          </ac:spMkLst>
        </pc:spChg>
        <pc:spChg chg="mod">
          <ac:chgData name="宋　陽" userId="fc41eacb-1e89-46cc-99cc-69273c64d795" providerId="ADAL" clId="{5C6F417B-4E2C-4AA1-8CED-C9B8FB6205EF}" dt="2026-06-26T13:48:10.548" v="629"/>
          <ac:spMkLst>
            <pc:docMk/>
            <pc:sldMk cId="0" sldId="257"/>
            <ac:spMk id="75" creationId="{CFDE95D5-CFF0-D70A-9E2B-F0872C193164}"/>
          </ac:spMkLst>
        </pc:spChg>
        <pc:spChg chg="mod">
          <ac:chgData name="宋　陽" userId="fc41eacb-1e89-46cc-99cc-69273c64d795" providerId="ADAL" clId="{5C6F417B-4E2C-4AA1-8CED-C9B8FB6205EF}" dt="2026-06-26T13:48:16.798" v="631"/>
          <ac:spMkLst>
            <pc:docMk/>
            <pc:sldMk cId="0" sldId="257"/>
            <ac:spMk id="77" creationId="{27431E0C-6626-D129-A6B7-31F817DB4336}"/>
          </ac:spMkLst>
        </pc:spChg>
        <pc:spChg chg="mod">
          <ac:chgData name="宋　陽" userId="fc41eacb-1e89-46cc-99cc-69273c64d795" providerId="ADAL" clId="{5C6F417B-4E2C-4AA1-8CED-C9B8FB6205EF}" dt="2026-06-26T13:48:16.798" v="631"/>
          <ac:spMkLst>
            <pc:docMk/>
            <pc:sldMk cId="0" sldId="257"/>
            <ac:spMk id="78" creationId="{30B384D3-7B57-549A-3647-5144D67DDF52}"/>
          </ac:spMkLst>
        </pc:spChg>
        <pc:spChg chg="mod">
          <ac:chgData name="宋　陽" userId="fc41eacb-1e89-46cc-99cc-69273c64d795" providerId="ADAL" clId="{5C6F417B-4E2C-4AA1-8CED-C9B8FB6205EF}" dt="2026-06-26T13:48:16.798" v="631"/>
          <ac:spMkLst>
            <pc:docMk/>
            <pc:sldMk cId="0" sldId="257"/>
            <ac:spMk id="79" creationId="{E3909A56-A889-67E2-5C5F-FF1F7D6F9039}"/>
          </ac:spMkLst>
        </pc:spChg>
        <pc:spChg chg="mod">
          <ac:chgData name="宋　陽" userId="fc41eacb-1e89-46cc-99cc-69273c64d795" providerId="ADAL" clId="{5C6F417B-4E2C-4AA1-8CED-C9B8FB6205EF}" dt="2026-06-26T13:48:26.714" v="634"/>
          <ac:spMkLst>
            <pc:docMk/>
            <pc:sldMk cId="0" sldId="257"/>
            <ac:spMk id="81" creationId="{38E02F7B-AC9F-DF0F-E098-211F46F4AE4E}"/>
          </ac:spMkLst>
        </pc:spChg>
        <pc:spChg chg="mod">
          <ac:chgData name="宋　陽" userId="fc41eacb-1e89-46cc-99cc-69273c64d795" providerId="ADAL" clId="{5C6F417B-4E2C-4AA1-8CED-C9B8FB6205EF}" dt="2026-06-26T13:48:26.714" v="634"/>
          <ac:spMkLst>
            <pc:docMk/>
            <pc:sldMk cId="0" sldId="257"/>
            <ac:spMk id="82" creationId="{382C5644-68C7-7FEC-8DEB-E31275BD408E}"/>
          </ac:spMkLst>
        </pc:spChg>
        <pc:spChg chg="mod">
          <ac:chgData name="宋　陽" userId="fc41eacb-1e89-46cc-99cc-69273c64d795" providerId="ADAL" clId="{5C6F417B-4E2C-4AA1-8CED-C9B8FB6205EF}" dt="2026-06-26T13:48:26.714" v="634"/>
          <ac:spMkLst>
            <pc:docMk/>
            <pc:sldMk cId="0" sldId="257"/>
            <ac:spMk id="83" creationId="{5EA0E91D-063A-EC21-6CDD-4D332627728E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84" creationId="{E3809112-495D-F16D-6705-AE5820F8615B}"/>
          </ac:spMkLst>
        </pc:spChg>
        <pc:spChg chg="mod">
          <ac:chgData name="宋　陽" userId="fc41eacb-1e89-46cc-99cc-69273c64d795" providerId="ADAL" clId="{5C6F417B-4E2C-4AA1-8CED-C9B8FB6205EF}" dt="2026-06-26T13:49:29.879" v="670"/>
          <ac:spMkLst>
            <pc:docMk/>
            <pc:sldMk cId="0" sldId="257"/>
            <ac:spMk id="86" creationId="{EF53767A-747C-527E-AFB5-CAA4B18E2AF2}"/>
          </ac:spMkLst>
        </pc:spChg>
        <pc:spChg chg="mod">
          <ac:chgData name="宋　陽" userId="fc41eacb-1e89-46cc-99cc-69273c64d795" providerId="ADAL" clId="{5C6F417B-4E2C-4AA1-8CED-C9B8FB6205EF}" dt="2026-06-26T13:49:29.879" v="670"/>
          <ac:spMkLst>
            <pc:docMk/>
            <pc:sldMk cId="0" sldId="257"/>
            <ac:spMk id="87" creationId="{05FB7AD8-BD2A-E9FB-A93E-BBBE58C4796A}"/>
          </ac:spMkLst>
        </pc:spChg>
        <pc:spChg chg="mod">
          <ac:chgData name="宋　陽" userId="fc41eacb-1e89-46cc-99cc-69273c64d795" providerId="ADAL" clId="{5C6F417B-4E2C-4AA1-8CED-C9B8FB6205EF}" dt="2026-06-26T13:49:29.879" v="670"/>
          <ac:spMkLst>
            <pc:docMk/>
            <pc:sldMk cId="0" sldId="257"/>
            <ac:spMk id="88" creationId="{025A6EC1-5353-97AC-0E49-E73ACCF847DF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90" creationId="{D73C0558-A5D8-E3F8-FF23-C5D85FCDA078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92" creationId="{18866A05-A67E-551A-7731-21370F3560EA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94" creationId="{DE3F0F72-F231-0257-6342-A2BC0FA160B9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96" creationId="{6BF08594-E3CA-4928-8164-82CAC2BD73B6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98" creationId="{BEDF4B93-46FE-78A6-7048-A8596FF48BE2}"/>
          </ac:spMkLst>
        </pc:spChg>
        <pc:spChg chg="add mod">
          <ac:chgData name="宋　陽" userId="fc41eacb-1e89-46cc-99cc-69273c64d795" providerId="ADAL" clId="{5C6F417B-4E2C-4AA1-8CED-C9B8FB6205EF}" dt="2026-06-26T14:22:45.334" v="2038" actId="1076"/>
          <ac:spMkLst>
            <pc:docMk/>
            <pc:sldMk cId="0" sldId="257"/>
            <ac:spMk id="100" creationId="{DB8824F5-EB74-6B9B-BCFF-F9ADE663C84D}"/>
          </ac:spMkLst>
        </pc:spChg>
        <pc:spChg chg="add mod">
          <ac:chgData name="宋　陽" userId="fc41eacb-1e89-46cc-99cc-69273c64d795" providerId="ADAL" clId="{5C6F417B-4E2C-4AA1-8CED-C9B8FB6205EF}" dt="2026-06-26T14:21:47.841" v="2022" actId="1076"/>
          <ac:spMkLst>
            <pc:docMk/>
            <pc:sldMk cId="0" sldId="257"/>
            <ac:spMk id="102" creationId="{F5932E8D-2250-9AC6-1813-6138693D3E4B}"/>
          </ac:spMkLst>
        </pc:spChg>
        <pc:spChg chg="add mod">
          <ac:chgData name="宋　陽" userId="fc41eacb-1e89-46cc-99cc-69273c64d795" providerId="ADAL" clId="{5C6F417B-4E2C-4AA1-8CED-C9B8FB6205EF}" dt="2026-06-26T14:22:16.253" v="2030" actId="20577"/>
          <ac:spMkLst>
            <pc:docMk/>
            <pc:sldMk cId="0" sldId="257"/>
            <ac:spMk id="104" creationId="{4B92F581-58D4-BB2D-2C19-3A9338DC10A5}"/>
          </ac:spMkLst>
        </pc:spChg>
        <pc:spChg chg="add mod">
          <ac:chgData name="宋　陽" userId="fc41eacb-1e89-46cc-99cc-69273c64d795" providerId="ADAL" clId="{5C6F417B-4E2C-4AA1-8CED-C9B8FB6205EF}" dt="2026-06-26T14:22:26.043" v="2032" actId="207"/>
          <ac:spMkLst>
            <pc:docMk/>
            <pc:sldMk cId="0" sldId="257"/>
            <ac:spMk id="106" creationId="{0D92D1FE-C5B8-7B01-C7EF-0478A54847F9}"/>
          </ac:spMkLst>
        </pc:spChg>
        <pc:spChg chg="add mod">
          <ac:chgData name="宋　陽" userId="fc41eacb-1e89-46cc-99cc-69273c64d795" providerId="ADAL" clId="{5C6F417B-4E2C-4AA1-8CED-C9B8FB6205EF}" dt="2026-06-26T14:23:09.549" v="2045" actId="207"/>
          <ac:spMkLst>
            <pc:docMk/>
            <pc:sldMk cId="0" sldId="257"/>
            <ac:spMk id="108" creationId="{D799FB58-E97A-95C4-6703-1D58AE7051B6}"/>
          </ac:spMkLst>
        </pc:spChg>
        <pc:spChg chg="add mod">
          <ac:chgData name="宋　陽" userId="fc41eacb-1e89-46cc-99cc-69273c64d795" providerId="ADAL" clId="{5C6F417B-4E2C-4AA1-8CED-C9B8FB6205EF}" dt="2026-06-26T14:23:16.734" v="2046" actId="207"/>
          <ac:spMkLst>
            <pc:docMk/>
            <pc:sldMk cId="0" sldId="257"/>
            <ac:spMk id="110" creationId="{DCBB79EB-5219-2031-1392-638574435A1E}"/>
          </ac:spMkLst>
        </pc:spChg>
        <pc:grpChg chg="add mod">
          <ac:chgData name="宋　陽" userId="fc41eacb-1e89-46cc-99cc-69273c64d795" providerId="ADAL" clId="{5C6F417B-4E2C-4AA1-8CED-C9B8FB6205EF}" dt="2026-06-26T13:52:38.253" v="867" actId="1076"/>
          <ac:grpSpMkLst>
            <pc:docMk/>
            <pc:sldMk cId="0" sldId="257"/>
            <ac:grpSpMk id="72" creationId="{A742FE0C-1FF6-4091-86B4-9B41FF703494}"/>
          </ac:grpSpMkLst>
        </pc:grpChg>
        <pc:grpChg chg="add mod">
          <ac:chgData name="宋　陽" userId="fc41eacb-1e89-46cc-99cc-69273c64d795" providerId="ADAL" clId="{5C6F417B-4E2C-4AA1-8CED-C9B8FB6205EF}" dt="2026-06-26T13:52:38.253" v="867" actId="1076"/>
          <ac:grpSpMkLst>
            <pc:docMk/>
            <pc:sldMk cId="0" sldId="257"/>
            <ac:grpSpMk id="76" creationId="{76CB9CFA-217F-B6D3-0DAD-4E139640EB7F}"/>
          </ac:grpSpMkLst>
        </pc:grpChg>
        <pc:grpChg chg="add mod">
          <ac:chgData name="宋　陽" userId="fc41eacb-1e89-46cc-99cc-69273c64d795" providerId="ADAL" clId="{5C6F417B-4E2C-4AA1-8CED-C9B8FB6205EF}" dt="2026-06-26T13:52:38.253" v="867" actId="1076"/>
          <ac:grpSpMkLst>
            <pc:docMk/>
            <pc:sldMk cId="0" sldId="257"/>
            <ac:grpSpMk id="80" creationId="{4F99704B-2440-7175-F915-A0799CE7A69B}"/>
          </ac:grpSpMkLst>
        </pc:grpChg>
        <pc:grpChg chg="add mod">
          <ac:chgData name="宋　陽" userId="fc41eacb-1e89-46cc-99cc-69273c64d795" providerId="ADAL" clId="{5C6F417B-4E2C-4AA1-8CED-C9B8FB6205EF}" dt="2026-06-26T13:49:29.879" v="670"/>
          <ac:grpSpMkLst>
            <pc:docMk/>
            <pc:sldMk cId="0" sldId="257"/>
            <ac:grpSpMk id="85" creationId="{F6BFF302-534E-1F3B-221E-1CCC1E4A40A2}"/>
          </ac:grpSpMkLst>
        </pc:grpChg>
      </pc:sldChg>
      <pc:sldChg chg="addSp delSp modSp mod">
        <pc:chgData name="宋　陽" userId="fc41eacb-1e89-46cc-99cc-69273c64d795" providerId="ADAL" clId="{5C6F417B-4E2C-4AA1-8CED-C9B8FB6205EF}" dt="2026-06-26T15:08:50.023" v="2876" actId="1076"/>
        <pc:sldMkLst>
          <pc:docMk/>
          <pc:sldMk cId="0" sldId="258"/>
        </pc:sldMkLst>
        <pc:spChg chg="del">
          <ac:chgData name="宋　陽" userId="fc41eacb-1e89-46cc-99cc-69273c64d795" providerId="ADAL" clId="{5C6F417B-4E2C-4AA1-8CED-C9B8FB6205EF}" dt="2026-06-26T14:47:35.587" v="2110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55:27.653" v="999" actId="1076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5:04:17.527" v="2702" actId="478"/>
          <ac:spMkLst>
            <pc:docMk/>
            <pc:sldMk cId="0" sldId="258"/>
            <ac:spMk id="8" creationId="{00000000-0000-0000-0000-000000000000}"/>
          </ac:spMkLst>
        </pc:spChg>
        <pc:spChg chg="ord">
          <ac:chgData name="宋　陽" userId="fc41eacb-1e89-46cc-99cc-69273c64d795" providerId="ADAL" clId="{5C6F417B-4E2C-4AA1-8CED-C9B8FB6205EF}" dt="2026-06-26T15:07:32.050" v="2858" actId="166"/>
          <ac:spMkLst>
            <pc:docMk/>
            <pc:sldMk cId="0" sldId="258"/>
            <ac:spMk id="1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13.179" v="2698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17.527" v="2702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18.534" v="2703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14.288" v="2699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4:22.375" v="973" actId="478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55:34.507" v="1001" actId="478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5:02:51.525" v="2683" actId="207"/>
          <ac:spMkLst>
            <pc:docMk/>
            <pc:sldMk cId="0" sldId="258"/>
            <ac:spMk id="16" creationId="{88C55284-E677-A9D2-F8D9-BBBA0C6E6BDB}"/>
          </ac:spMkLst>
        </pc:spChg>
        <pc:spChg chg="del">
          <ac:chgData name="宋　陽" userId="fc41eacb-1e89-46cc-99cc-69273c64d795" providerId="ADAL" clId="{5C6F417B-4E2C-4AA1-8CED-C9B8FB6205EF}" dt="2026-06-26T15:04:06.353" v="2690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09.008" v="2693" actId="478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5:04:08.543" v="2692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04:07.300" v="2691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4:23.256" v="974" actId="478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3:55:33.401" v="1000" actId="478"/>
          <ac:spMkLst>
            <pc:docMk/>
            <pc:sldMk cId="0" sldId="258"/>
            <ac:spMk id="25" creationId="{00000000-0000-0000-0000-000000000000}"/>
          </ac:spMkLst>
        </pc:spChg>
        <pc:spChg chg="add mod">
          <ac:chgData name="宋　陽" userId="fc41eacb-1e89-46cc-99cc-69273c64d795" providerId="ADAL" clId="{5C6F417B-4E2C-4AA1-8CED-C9B8FB6205EF}" dt="2026-06-26T15:04:47.163" v="2707" actId="1076"/>
          <ac:spMkLst>
            <pc:docMk/>
            <pc:sldMk cId="0" sldId="258"/>
            <ac:spMk id="25" creationId="{A8C943BC-5230-647A-D81B-C23F57709099}"/>
          </ac:spMkLst>
        </pc:spChg>
        <pc:spChg chg="del">
          <ac:chgData name="宋　陽" userId="fc41eacb-1e89-46cc-99cc-69273c64d795" providerId="ADAL" clId="{5C6F417B-4E2C-4AA1-8CED-C9B8FB6205EF}" dt="2026-06-26T13:57:12.320" v="1040" actId="47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3:57:22.210" v="1043" actId="1076"/>
          <ac:spMkLst>
            <pc:docMk/>
            <pc:sldMk cId="0" sldId="258"/>
            <ac:spMk id="2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8:05.063" v="1073" actId="478"/>
          <ac:spMkLst>
            <pc:docMk/>
            <pc:sldMk cId="0" sldId="258"/>
            <ac:spMk id="30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5:04:34.495" v="2705" actId="478"/>
          <ac:spMkLst>
            <pc:docMk/>
            <pc:sldMk cId="0" sldId="258"/>
            <ac:spMk id="30" creationId="{DF5893A0-61C2-8CE6-DDF2-9C4BF58165AB}"/>
          </ac:spMkLst>
        </pc:spChg>
        <pc:spChg chg="del">
          <ac:chgData name="宋　陽" userId="fc41eacb-1e89-46cc-99cc-69273c64d795" providerId="ADAL" clId="{5C6F417B-4E2C-4AA1-8CED-C9B8FB6205EF}" dt="2026-06-26T13:56:31.464" v="1022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3:58:05.933" v="1074" actId="478"/>
          <ac:spMkLst>
            <pc:docMk/>
            <pc:sldMk cId="0" sldId="258"/>
            <ac:spMk id="34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5:04:35.833" v="2706" actId="478"/>
          <ac:spMkLst>
            <pc:docMk/>
            <pc:sldMk cId="0" sldId="258"/>
            <ac:spMk id="34" creationId="{F45024E7-3D6C-BD72-C8FF-0FE60DDD2D6B}"/>
          </ac:spMkLst>
        </pc:spChg>
        <pc:spChg chg="del">
          <ac:chgData name="宋　陽" userId="fc41eacb-1e89-46cc-99cc-69273c64d795" providerId="ADAL" clId="{5C6F417B-4E2C-4AA1-8CED-C9B8FB6205EF}" dt="2026-06-26T13:57:01.990" v="1037" actId="478"/>
          <ac:spMkLst>
            <pc:docMk/>
            <pc:sldMk cId="0" sldId="258"/>
            <ac:spMk id="36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5:04:53.167" v="2709" actId="478"/>
          <ac:spMkLst>
            <pc:docMk/>
            <pc:sldMk cId="0" sldId="258"/>
            <ac:spMk id="37" creationId="{074FBFC9-874E-26D7-9800-447B8C64DD13}"/>
          </ac:spMkLst>
        </pc:spChg>
        <pc:spChg chg="add mod">
          <ac:chgData name="宋　陽" userId="fc41eacb-1e89-46cc-99cc-69273c64d795" providerId="ADAL" clId="{5C6F417B-4E2C-4AA1-8CED-C9B8FB6205EF}" dt="2026-06-26T14:47:38.751" v="2111" actId="403"/>
          <ac:spMkLst>
            <pc:docMk/>
            <pc:sldMk cId="0" sldId="258"/>
            <ac:spMk id="38" creationId="{A85FE5E1-2779-24FF-5167-AA133221B108}"/>
          </ac:spMkLst>
        </pc:spChg>
        <pc:spChg chg="add mod ord">
          <ac:chgData name="宋　陽" userId="fc41eacb-1e89-46cc-99cc-69273c64d795" providerId="ADAL" clId="{5C6F417B-4E2C-4AA1-8CED-C9B8FB6205EF}" dt="2026-06-26T15:08:50.023" v="2876" actId="1076"/>
          <ac:spMkLst>
            <pc:docMk/>
            <pc:sldMk cId="0" sldId="258"/>
            <ac:spMk id="40" creationId="{776313E3-3511-852E-EB1B-A59A01EB194C}"/>
          </ac:spMkLst>
        </pc:spChg>
        <pc:spChg chg="add mod">
          <ac:chgData name="宋　陽" userId="fc41eacb-1e89-46cc-99cc-69273c64d795" providerId="ADAL" clId="{5C6F417B-4E2C-4AA1-8CED-C9B8FB6205EF}" dt="2026-06-26T15:07:06.142" v="2855" actId="20577"/>
          <ac:spMkLst>
            <pc:docMk/>
            <pc:sldMk cId="0" sldId="258"/>
            <ac:spMk id="41" creationId="{26E10C3F-EF28-4206-C1FD-A29C32746C59}"/>
          </ac:spMkLst>
        </pc:spChg>
        <pc:spChg chg="add mod">
          <ac:chgData name="宋　陽" userId="fc41eacb-1e89-46cc-99cc-69273c64d795" providerId="ADAL" clId="{5C6F417B-4E2C-4AA1-8CED-C9B8FB6205EF}" dt="2026-06-26T15:08:45.329" v="2875" actId="1076"/>
          <ac:spMkLst>
            <pc:docMk/>
            <pc:sldMk cId="0" sldId="258"/>
            <ac:spMk id="42" creationId="{281E4047-0B1D-0512-0EDA-403698C85F21}"/>
          </ac:spMkLst>
        </pc:spChg>
        <pc:spChg chg="add del mod">
          <ac:chgData name="宋　陽" userId="fc41eacb-1e89-46cc-99cc-69273c64d795" providerId="ADAL" clId="{5C6F417B-4E2C-4AA1-8CED-C9B8FB6205EF}" dt="2026-06-26T15:04:10.763" v="2695" actId="478"/>
          <ac:spMkLst>
            <pc:docMk/>
            <pc:sldMk cId="0" sldId="258"/>
            <ac:spMk id="44" creationId="{CB9C760D-0651-4CAB-B2F5-FFDC33B33593}"/>
          </ac:spMkLst>
        </pc:spChg>
        <pc:spChg chg="add del mod ord">
          <ac:chgData name="宋　陽" userId="fc41eacb-1e89-46cc-99cc-69273c64d795" providerId="ADAL" clId="{5C6F417B-4E2C-4AA1-8CED-C9B8FB6205EF}" dt="2026-06-26T15:07:41.814" v="2860" actId="478"/>
          <ac:spMkLst>
            <pc:docMk/>
            <pc:sldMk cId="0" sldId="258"/>
            <ac:spMk id="45" creationId="{9AB78939-FC93-31D1-EAEE-83B1080D07F9}"/>
          </ac:spMkLst>
        </pc:spChg>
        <pc:spChg chg="add del">
          <ac:chgData name="宋　陽" userId="fc41eacb-1e89-46cc-99cc-69273c64d795" providerId="ADAL" clId="{5C6F417B-4E2C-4AA1-8CED-C9B8FB6205EF}" dt="2026-06-26T13:56:05.740" v="1017" actId="22"/>
          <ac:spMkLst>
            <pc:docMk/>
            <pc:sldMk cId="0" sldId="258"/>
            <ac:spMk id="46" creationId="{038850F5-95FA-9197-A67C-A19192ADDA44}"/>
          </ac:spMkLst>
        </pc:spChg>
        <pc:spChg chg="add mod ord">
          <ac:chgData name="宋　陽" userId="fc41eacb-1e89-46cc-99cc-69273c64d795" providerId="ADAL" clId="{5C6F417B-4E2C-4AA1-8CED-C9B8FB6205EF}" dt="2026-06-26T15:07:45.387" v="2861" actId="166"/>
          <ac:spMkLst>
            <pc:docMk/>
            <pc:sldMk cId="0" sldId="258"/>
            <ac:spMk id="47" creationId="{F7188C6C-10A8-B693-6183-9CE3A0BDC848}"/>
          </ac:spMkLst>
        </pc:spChg>
        <pc:spChg chg="add del mod">
          <ac:chgData name="宋　陽" userId="fc41eacb-1e89-46cc-99cc-69273c64d795" providerId="ADAL" clId="{5C6F417B-4E2C-4AA1-8CED-C9B8FB6205EF}" dt="2026-06-26T15:04:12.579" v="2697" actId="478"/>
          <ac:spMkLst>
            <pc:docMk/>
            <pc:sldMk cId="0" sldId="258"/>
            <ac:spMk id="48" creationId="{AE34C094-3E28-DFC5-770B-06137458030A}"/>
          </ac:spMkLst>
        </pc:spChg>
        <pc:spChg chg="add mod">
          <ac:chgData name="宋　陽" userId="fc41eacb-1e89-46cc-99cc-69273c64d795" providerId="ADAL" clId="{5C6F417B-4E2C-4AA1-8CED-C9B8FB6205EF}" dt="2026-06-26T13:56:56.178" v="1036" actId="1076"/>
          <ac:spMkLst>
            <pc:docMk/>
            <pc:sldMk cId="0" sldId="258"/>
            <ac:spMk id="50" creationId="{DB94E10B-B541-EDBD-2C8E-2052136B92E0}"/>
          </ac:spMkLst>
        </pc:spChg>
        <pc:spChg chg="add mod">
          <ac:chgData name="宋　陽" userId="fc41eacb-1e89-46cc-99cc-69273c64d795" providerId="ADAL" clId="{5C6F417B-4E2C-4AA1-8CED-C9B8FB6205EF}" dt="2026-06-26T15:05:09.502" v="2749" actId="20577"/>
          <ac:spMkLst>
            <pc:docMk/>
            <pc:sldMk cId="0" sldId="258"/>
            <ac:spMk id="51" creationId="{77285316-E9C1-2050-919D-0B2C61CD2E60}"/>
          </ac:spMkLst>
        </pc:spChg>
        <pc:spChg chg="add mod">
          <ac:chgData name="宋　陽" userId="fc41eacb-1e89-46cc-99cc-69273c64d795" providerId="ADAL" clId="{5C6F417B-4E2C-4AA1-8CED-C9B8FB6205EF}" dt="2026-06-26T13:57:09.653" v="1039" actId="1076"/>
          <ac:spMkLst>
            <pc:docMk/>
            <pc:sldMk cId="0" sldId="258"/>
            <ac:spMk id="52" creationId="{06AD03C7-9BBA-9041-AD88-AF907232A59D}"/>
          </ac:spMkLst>
        </pc:spChg>
        <pc:spChg chg="add mod">
          <ac:chgData name="宋　陽" userId="fc41eacb-1e89-46cc-99cc-69273c64d795" providerId="ADAL" clId="{5C6F417B-4E2C-4AA1-8CED-C9B8FB6205EF}" dt="2026-06-26T13:57:56.820" v="1072" actId="1076"/>
          <ac:spMkLst>
            <pc:docMk/>
            <pc:sldMk cId="0" sldId="258"/>
            <ac:spMk id="54" creationId="{A6F80EDC-BB4A-73CE-C9F3-C8F30A7C1707}"/>
          </ac:spMkLst>
        </pc:spChg>
        <pc:spChg chg="add del mod">
          <ac:chgData name="宋　陽" userId="fc41eacb-1e89-46cc-99cc-69273c64d795" providerId="ADAL" clId="{5C6F417B-4E2C-4AA1-8CED-C9B8FB6205EF}" dt="2026-06-26T15:04:51.397" v="2708" actId="478"/>
          <ac:spMkLst>
            <pc:docMk/>
            <pc:sldMk cId="0" sldId="258"/>
            <ac:spMk id="55" creationId="{03A4CD43-DDB5-38E5-C7B5-E867F436E0A8}"/>
          </ac:spMkLst>
        </pc:spChg>
        <pc:spChg chg="add mod">
          <ac:chgData name="宋　陽" userId="fc41eacb-1e89-46cc-99cc-69273c64d795" providerId="ADAL" clId="{5C6F417B-4E2C-4AA1-8CED-C9B8FB6205EF}" dt="2026-06-26T13:59:56.119" v="1135" actId="1076"/>
          <ac:spMkLst>
            <pc:docMk/>
            <pc:sldMk cId="0" sldId="258"/>
            <ac:spMk id="56" creationId="{97EA6CE0-19D7-3514-50F6-12F0B9C5D782}"/>
          </ac:spMkLst>
        </pc:spChg>
        <pc:spChg chg="add mod">
          <ac:chgData name="宋　陽" userId="fc41eacb-1e89-46cc-99cc-69273c64d795" providerId="ADAL" clId="{5C6F417B-4E2C-4AA1-8CED-C9B8FB6205EF}" dt="2026-06-26T14:00:23.756" v="1152" actId="207"/>
          <ac:spMkLst>
            <pc:docMk/>
            <pc:sldMk cId="0" sldId="258"/>
            <ac:spMk id="58" creationId="{0C0CC253-CD42-2E68-356C-98D723342832}"/>
          </ac:spMkLst>
        </pc:spChg>
        <pc:spChg chg="add mod ord">
          <ac:chgData name="宋　陽" userId="fc41eacb-1e89-46cc-99cc-69273c64d795" providerId="ADAL" clId="{5C6F417B-4E2C-4AA1-8CED-C9B8FB6205EF}" dt="2026-06-26T15:07:32.050" v="2858" actId="166"/>
          <ac:spMkLst>
            <pc:docMk/>
            <pc:sldMk cId="0" sldId="258"/>
            <ac:spMk id="59" creationId="{59270833-D572-25A7-E369-955B824F533D}"/>
          </ac:spMkLst>
        </pc:spChg>
        <pc:spChg chg="add mod">
          <ac:chgData name="宋　陽" userId="fc41eacb-1e89-46cc-99cc-69273c64d795" providerId="ADAL" clId="{5C6F417B-4E2C-4AA1-8CED-C9B8FB6205EF}" dt="2026-06-26T14:00:41.276" v="1180" actId="20577"/>
          <ac:spMkLst>
            <pc:docMk/>
            <pc:sldMk cId="0" sldId="258"/>
            <ac:spMk id="60" creationId="{45F570EE-F874-66AD-3181-5D8321B4B94A}"/>
          </ac:spMkLst>
        </pc:spChg>
        <pc:spChg chg="add mod">
          <ac:chgData name="宋　陽" userId="fc41eacb-1e89-46cc-99cc-69273c64d795" providerId="ADAL" clId="{5C6F417B-4E2C-4AA1-8CED-C9B8FB6205EF}" dt="2026-06-26T14:00:48.804" v="1200" actId="20577"/>
          <ac:spMkLst>
            <pc:docMk/>
            <pc:sldMk cId="0" sldId="258"/>
            <ac:spMk id="62" creationId="{9455021A-BBBE-52C7-EBC1-98AA9DDA6AE0}"/>
          </ac:spMkLst>
        </pc:spChg>
        <pc:spChg chg="add mod">
          <ac:chgData name="宋　陽" userId="fc41eacb-1e89-46cc-99cc-69273c64d795" providerId="ADAL" clId="{5C6F417B-4E2C-4AA1-8CED-C9B8FB6205EF}" dt="2026-06-26T15:08:15.537" v="2867" actId="1076"/>
          <ac:spMkLst>
            <pc:docMk/>
            <pc:sldMk cId="0" sldId="258"/>
            <ac:spMk id="63" creationId="{6EAF8F9F-4B34-4782-3D45-A89B48260F88}"/>
          </ac:spMkLst>
        </pc:spChg>
        <pc:spChg chg="add mod ord">
          <ac:chgData name="宋　陽" userId="fc41eacb-1e89-46cc-99cc-69273c64d795" providerId="ADAL" clId="{5C6F417B-4E2C-4AA1-8CED-C9B8FB6205EF}" dt="2026-06-26T15:08:38.241" v="2874" actId="171"/>
          <ac:spMkLst>
            <pc:docMk/>
            <pc:sldMk cId="0" sldId="258"/>
            <ac:spMk id="65" creationId="{3EF67E9E-F029-27C3-17FE-F9AC277AE8AB}"/>
          </ac:spMkLst>
        </pc:spChg>
      </pc:sldChg>
      <pc:sldChg chg="addSp delSp modSp mod">
        <pc:chgData name="宋　陽" userId="fc41eacb-1e89-46cc-99cc-69273c64d795" providerId="ADAL" clId="{5C6F417B-4E2C-4AA1-8CED-C9B8FB6205EF}" dt="2026-06-26T15:24:30.323" v="3016" actId="1076"/>
        <pc:sldMkLst>
          <pc:docMk/>
          <pc:sldMk cId="0" sldId="259"/>
        </pc:sldMkLst>
        <pc:spChg chg="mod">
          <ac:chgData name="宋　陽" userId="fc41eacb-1e89-46cc-99cc-69273c64d795" providerId="ADAL" clId="{5C6F417B-4E2C-4AA1-8CED-C9B8FB6205EF}" dt="2026-06-26T14:51:20.861" v="217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53:01.764" v="2251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07:40.854" v="1511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06:14.618" v="1491" actId="1076"/>
          <ac:spMkLst>
            <pc:docMk/>
            <pc:sldMk cId="0" sldId="259"/>
            <ac:spMk id="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7:41.095" v="2112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8:13.976" v="212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2:48.925" v="1261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3:26.424" v="1302" actId="478"/>
          <ac:spMkLst>
            <pc:docMk/>
            <pc:sldMk cId="0" sldId="259"/>
            <ac:spMk id="25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25" creationId="{4B4A2DED-2595-6096-E378-3C0561FBD483}"/>
          </ac:spMkLst>
        </pc:spChg>
        <pc:spChg chg="add del">
          <ac:chgData name="宋　陽" userId="fc41eacb-1e89-46cc-99cc-69273c64d795" providerId="ADAL" clId="{5C6F417B-4E2C-4AA1-8CED-C9B8FB6205EF}" dt="2026-06-26T15:23:55.257" v="3009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3.724" v="2991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5.217" v="2993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6.556" v="2996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4.782" v="2992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5.612" v="2994" actId="478"/>
          <ac:spMkLst>
            <pc:docMk/>
            <pc:sldMk cId="0" sldId="259"/>
            <ac:spMk id="3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6.072" v="2995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9.256" v="3002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8.307" v="3000" actId="478"/>
          <ac:spMkLst>
            <pc:docMk/>
            <pc:sldMk cId="0" sldId="259"/>
            <ac:spMk id="3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8.657" v="3001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7.039" v="2997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51.894" v="3007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50.379" v="3004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9.886" v="3003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7.439" v="2998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50.845" v="3005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51.338" v="3006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57.457" v="3010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3:47.844" v="2999" actId="478"/>
          <ac:spMkLst>
            <pc:docMk/>
            <pc:sldMk cId="0" sldId="259"/>
            <ac:spMk id="45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48:17.997" v="2123" actId="478"/>
          <ac:spMkLst>
            <pc:docMk/>
            <pc:sldMk cId="0" sldId="259"/>
            <ac:spMk id="4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7:28.538" v="1507" actId="478"/>
          <ac:spMkLst>
            <pc:docMk/>
            <pc:sldMk cId="0" sldId="259"/>
            <ac:spMk id="4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48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48" creationId="{56404623-0FAE-1EE5-36C9-CE302DD3F6C2}"/>
          </ac:spMkLst>
        </pc:spChg>
        <pc:spChg chg="del">
          <ac:chgData name="宋　陽" userId="fc41eacb-1e89-46cc-99cc-69273c64d795" providerId="ADAL" clId="{5C6F417B-4E2C-4AA1-8CED-C9B8FB6205EF}" dt="2026-06-26T14:01:19.553" v="1202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20.079" v="1203" actId="478"/>
          <ac:spMkLst>
            <pc:docMk/>
            <pc:sldMk cId="0" sldId="259"/>
            <ac:spMk id="50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50" creationId="{D5E4AF5B-685F-2530-BB47-0A6A774F91DD}"/>
          </ac:spMkLst>
        </pc:spChg>
        <pc:spChg chg="del mod">
          <ac:chgData name="宋　陽" userId="fc41eacb-1e89-46cc-99cc-69273c64d795" providerId="ADAL" clId="{5C6F417B-4E2C-4AA1-8CED-C9B8FB6205EF}" dt="2026-06-26T14:49:20.811" v="2139" actId="478"/>
          <ac:spMkLst>
            <pc:docMk/>
            <pc:sldMk cId="0" sldId="259"/>
            <ac:spMk id="5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4:09.490" v="1334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53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53" creationId="{570704C0-DDB1-9016-298D-900BB5EAB0FA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5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55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49:19.841" v="2138" actId="478"/>
          <ac:spMkLst>
            <pc:docMk/>
            <pc:sldMk cId="0" sldId="259"/>
            <ac:spMk id="5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4:52.403" v="1372" actId="478"/>
          <ac:spMkLst>
            <pc:docMk/>
            <pc:sldMk cId="0" sldId="259"/>
            <ac:spMk id="5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58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58" creationId="{5295923F-546F-D9B2-A4FB-71E6EC357D85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5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1:17.950" v="1201" actId="478"/>
          <ac:spMkLst>
            <pc:docMk/>
            <pc:sldMk cId="0" sldId="259"/>
            <ac:spMk id="60" creationId="{00000000-0000-0000-0000-000000000000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60" creationId="{BFBC4798-B6C1-9791-B085-0D81E70F4965}"/>
          </ac:spMkLst>
        </pc:spChg>
        <pc:spChg chg="del mod">
          <ac:chgData name="宋　陽" userId="fc41eacb-1e89-46cc-99cc-69273c64d795" providerId="ADAL" clId="{5C6F417B-4E2C-4AA1-8CED-C9B8FB6205EF}" dt="2026-06-26T14:49:26.590" v="2143" actId="478"/>
          <ac:spMkLst>
            <pc:docMk/>
            <pc:sldMk cId="0" sldId="259"/>
            <ac:spMk id="6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05:10.568" v="1375" actId="478"/>
          <ac:spMkLst>
            <pc:docMk/>
            <pc:sldMk cId="0" sldId="259"/>
            <ac:spMk id="62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64" creationId="{4D9CD4A9-0D8F-4912-05D3-5FB3797E7FA2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65" creationId="{E7F4CB98-89AF-7883-E763-B28E704F9C5D}"/>
          </ac:spMkLst>
        </pc:spChg>
        <pc:spChg chg="mod">
          <ac:chgData name="宋　陽" userId="fc41eacb-1e89-46cc-99cc-69273c64d795" providerId="ADAL" clId="{5C6F417B-4E2C-4AA1-8CED-C9B8FB6205EF}" dt="2026-06-26T14:50:01.771" v="2147" actId="1076"/>
          <ac:spMkLst>
            <pc:docMk/>
            <pc:sldMk cId="0" sldId="259"/>
            <ac:spMk id="66" creationId="{C4DBF433-0036-3001-75F1-082B2A6C18CA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68" creationId="{0919DF81-F741-267E-BEF0-3198DB2452C0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69" creationId="{856AB91B-B500-E09C-BB75-B10A84018A27}"/>
          </ac:spMkLst>
        </pc:spChg>
        <pc:spChg chg="mod">
          <ac:chgData name="宋　陽" userId="fc41eacb-1e89-46cc-99cc-69273c64d795" providerId="ADAL" clId="{5C6F417B-4E2C-4AA1-8CED-C9B8FB6205EF}" dt="2026-06-26T14:50:06.990" v="2150" actId="1076"/>
          <ac:spMkLst>
            <pc:docMk/>
            <pc:sldMk cId="0" sldId="259"/>
            <ac:spMk id="70" creationId="{68BD1D15-370E-EF79-F871-CC6760B4797A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72" creationId="{42C519B9-7E49-6443-A2D4-6C6BB93C5A03}"/>
          </ac:spMkLst>
        </pc:spChg>
        <pc:spChg chg="mod">
          <ac:chgData name="宋　陽" userId="fc41eacb-1e89-46cc-99cc-69273c64d795" providerId="ADAL" clId="{5C6F417B-4E2C-4AA1-8CED-C9B8FB6205EF}" dt="2026-06-26T14:23:52.199" v="2050" actId="164"/>
          <ac:spMkLst>
            <pc:docMk/>
            <pc:sldMk cId="0" sldId="259"/>
            <ac:spMk id="73" creationId="{470E6012-368D-2D8B-F97F-99967ACBD2D2}"/>
          </ac:spMkLst>
        </pc:spChg>
        <pc:spChg chg="mod">
          <ac:chgData name="宋　陽" userId="fc41eacb-1e89-46cc-99cc-69273c64d795" providerId="ADAL" clId="{5C6F417B-4E2C-4AA1-8CED-C9B8FB6205EF}" dt="2026-06-26T14:50:18.979" v="2154" actId="1076"/>
          <ac:spMkLst>
            <pc:docMk/>
            <pc:sldMk cId="0" sldId="259"/>
            <ac:spMk id="74" creationId="{35487B96-842A-8D57-3363-571CF475A57A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75" creationId="{44948639-3631-5C12-49C6-7E86C4E19D35}"/>
          </ac:spMkLst>
        </pc:spChg>
        <pc:spChg chg="add mod">
          <ac:chgData name="宋　陽" userId="fc41eacb-1e89-46cc-99cc-69273c64d795" providerId="ADAL" clId="{5C6F417B-4E2C-4AA1-8CED-C9B8FB6205EF}" dt="2026-06-26T15:00:08.053" v="2518" actId="20577"/>
          <ac:spMkLst>
            <pc:docMk/>
            <pc:sldMk cId="0" sldId="259"/>
            <ac:spMk id="76" creationId="{C3F26FC1-B73C-F8EB-FC27-2C669D6B52B4}"/>
          </ac:spMkLst>
        </pc:spChg>
        <pc:spChg chg="add mod">
          <ac:chgData name="宋　陽" userId="fc41eacb-1e89-46cc-99cc-69273c64d795" providerId="ADAL" clId="{5C6F417B-4E2C-4AA1-8CED-C9B8FB6205EF}" dt="2026-06-26T14:48:13.044" v="2121" actId="1076"/>
          <ac:spMkLst>
            <pc:docMk/>
            <pc:sldMk cId="0" sldId="259"/>
            <ac:spMk id="78" creationId="{F2C7B284-6B0B-8D68-0E73-C02A48A848F7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79" creationId="{FFBA2C19-0C4C-C445-CA88-4C6386866E72}"/>
          </ac:spMkLst>
        </pc:spChg>
        <pc:spChg chg="add mod">
          <ac:chgData name="宋　陽" userId="fc41eacb-1e89-46cc-99cc-69273c64d795" providerId="ADAL" clId="{5C6F417B-4E2C-4AA1-8CED-C9B8FB6205EF}" dt="2026-06-26T15:00:27.025" v="2539" actId="1076"/>
          <ac:spMkLst>
            <pc:docMk/>
            <pc:sldMk cId="0" sldId="259"/>
            <ac:spMk id="80" creationId="{A9DA5EFA-04EF-A480-496F-E3CB9F85A47C}"/>
          </ac:spMkLst>
        </pc:spChg>
        <pc:spChg chg="add mod">
          <ac:chgData name="宋　陽" userId="fc41eacb-1e89-46cc-99cc-69273c64d795" providerId="ADAL" clId="{5C6F417B-4E2C-4AA1-8CED-C9B8FB6205EF}" dt="2026-06-26T14:51:32.611" v="2181" actId="1076"/>
          <ac:spMkLst>
            <pc:docMk/>
            <pc:sldMk cId="0" sldId="259"/>
            <ac:spMk id="82" creationId="{A20A18BE-F532-A894-FFC8-F4BDFF9C3764}"/>
          </ac:spMkLst>
        </pc:spChg>
        <pc:spChg chg="add mod">
          <ac:chgData name="宋　陽" userId="fc41eacb-1e89-46cc-99cc-69273c64d795" providerId="ADAL" clId="{5C6F417B-4E2C-4AA1-8CED-C9B8FB6205EF}" dt="2026-06-26T14:51:27.770" v="2180" actId="1076"/>
          <ac:spMkLst>
            <pc:docMk/>
            <pc:sldMk cId="0" sldId="259"/>
            <ac:spMk id="84" creationId="{09BE8CB4-1B02-378C-F95F-FA88F11D90D4}"/>
          </ac:spMkLst>
        </pc:spChg>
        <pc:spChg chg="add del mod">
          <ac:chgData name="宋　陽" userId="fc41eacb-1e89-46cc-99cc-69273c64d795" providerId="ADAL" clId="{5C6F417B-4E2C-4AA1-8CED-C9B8FB6205EF}" dt="2026-06-26T14:51:49.713" v="2183" actId="1076"/>
          <ac:spMkLst>
            <pc:docMk/>
            <pc:sldMk cId="0" sldId="259"/>
            <ac:spMk id="86" creationId="{B74D69CB-262B-3D09-CDEC-5A0075728648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87" creationId="{05F0A619-237E-3C09-BC6A-08CF3AD6DC7B}"/>
          </ac:spMkLst>
        </pc:spChg>
        <pc:spChg chg="add mod">
          <ac:chgData name="宋　陽" userId="fc41eacb-1e89-46cc-99cc-69273c64d795" providerId="ADAL" clId="{5C6F417B-4E2C-4AA1-8CED-C9B8FB6205EF}" dt="2026-06-26T15:24:27.124" v="3015" actId="1076"/>
          <ac:spMkLst>
            <pc:docMk/>
            <pc:sldMk cId="0" sldId="259"/>
            <ac:spMk id="88" creationId="{DC2E0BB6-A1BD-6F29-CDA6-EAB1ECD5BE93}"/>
          </ac:spMkLst>
        </pc:spChg>
        <pc:spChg chg="add mod">
          <ac:chgData name="宋　陽" userId="fc41eacb-1e89-46cc-99cc-69273c64d795" providerId="ADAL" clId="{5C6F417B-4E2C-4AA1-8CED-C9B8FB6205EF}" dt="2026-06-26T15:24:30.323" v="3016" actId="1076"/>
          <ac:spMkLst>
            <pc:docMk/>
            <pc:sldMk cId="0" sldId="259"/>
            <ac:spMk id="89" creationId="{9BFFBD42-3AE8-FD31-761F-859B6FCCFA7C}"/>
          </ac:spMkLst>
        </pc:spChg>
        <pc:spChg chg="add del">
          <ac:chgData name="宋　陽" userId="fc41eacb-1e89-46cc-99cc-69273c64d795" providerId="ADAL" clId="{5C6F417B-4E2C-4AA1-8CED-C9B8FB6205EF}" dt="2026-06-26T14:52:12.985" v="2185" actId="22"/>
          <ac:spMkLst>
            <pc:docMk/>
            <pc:sldMk cId="0" sldId="259"/>
            <ac:spMk id="91" creationId="{18E7C967-56F8-48CD-D3BE-2BB38BB2F2DB}"/>
          </ac:spMkLst>
        </pc:spChg>
        <pc:spChg chg="add mod">
          <ac:chgData name="宋　陽" userId="fc41eacb-1e89-46cc-99cc-69273c64d795" providerId="ADAL" clId="{5C6F417B-4E2C-4AA1-8CED-C9B8FB6205EF}" dt="2026-06-26T15:00:14.530" v="2537" actId="20577"/>
          <ac:spMkLst>
            <pc:docMk/>
            <pc:sldMk cId="0" sldId="259"/>
            <ac:spMk id="93" creationId="{CD08E381-0DBC-227F-D0D2-14AC9B72AA9D}"/>
          </ac:spMkLst>
        </pc:spChg>
        <pc:grpChg chg="add mod">
          <ac:chgData name="宋　陽" userId="fc41eacb-1e89-46cc-99cc-69273c64d795" providerId="ADAL" clId="{5C6F417B-4E2C-4AA1-8CED-C9B8FB6205EF}" dt="2026-06-26T14:49:51.773" v="2146" actId="14100"/>
          <ac:grpSpMkLst>
            <pc:docMk/>
            <pc:sldMk cId="0" sldId="259"/>
            <ac:grpSpMk id="63" creationId="{C345CD8C-8E05-D2DC-C90F-B6DE24EDE214}"/>
          </ac:grpSpMkLst>
        </pc:grpChg>
        <pc:grpChg chg="add mod">
          <ac:chgData name="宋　陽" userId="fc41eacb-1e89-46cc-99cc-69273c64d795" providerId="ADAL" clId="{5C6F417B-4E2C-4AA1-8CED-C9B8FB6205EF}" dt="2026-06-26T14:51:10.693" v="2175" actId="1076"/>
          <ac:grpSpMkLst>
            <pc:docMk/>
            <pc:sldMk cId="0" sldId="259"/>
            <ac:grpSpMk id="67" creationId="{E757A8B9-741A-3B40-1B22-8A13F3D4D233}"/>
          </ac:grpSpMkLst>
        </pc:grpChg>
        <pc:grpChg chg="add mod">
          <ac:chgData name="宋　陽" userId="fc41eacb-1e89-46cc-99cc-69273c64d795" providerId="ADAL" clId="{5C6F417B-4E2C-4AA1-8CED-C9B8FB6205EF}" dt="2026-06-26T14:51:44.713" v="2182" actId="1076"/>
          <ac:grpSpMkLst>
            <pc:docMk/>
            <pc:sldMk cId="0" sldId="259"/>
            <ac:grpSpMk id="71" creationId="{E7F2CFCE-6A4E-180C-382C-F41127BBB308}"/>
          </ac:grpSpMkLst>
        </pc:grpChg>
        <pc:grpChg chg="add mod">
          <ac:chgData name="宋　陽" userId="fc41eacb-1e89-46cc-99cc-69273c64d795" providerId="ADAL" clId="{5C6F417B-4E2C-4AA1-8CED-C9B8FB6205EF}" dt="2026-06-26T14:23:51.311" v="2049" actId="14100"/>
          <ac:grpSpMkLst>
            <pc:docMk/>
            <pc:sldMk cId="0" sldId="259"/>
            <ac:grpSpMk id="90" creationId="{875910F5-9256-8716-0686-CF37284F2203}"/>
          </ac:grpSpMkLst>
        </pc:grpChg>
        <pc:picChg chg="add mod">
          <ac:chgData name="宋　陽" userId="fc41eacb-1e89-46cc-99cc-69273c64d795" providerId="ADAL" clId="{5C6F417B-4E2C-4AA1-8CED-C9B8FB6205EF}" dt="2026-06-26T15:24:11.633" v="3013" actId="1076"/>
          <ac:picMkLst>
            <pc:docMk/>
            <pc:sldMk cId="0" sldId="259"/>
            <ac:picMk id="20" creationId="{EEECBF71-36E0-04B3-0F71-A5640A02E24A}"/>
          </ac:picMkLst>
        </pc:picChg>
      </pc:sldChg>
      <pc:sldChg chg="addSp delSp modSp mod">
        <pc:chgData name="宋　陽" userId="fc41eacb-1e89-46cc-99cc-69273c64d795" providerId="ADAL" clId="{5C6F417B-4E2C-4AA1-8CED-C9B8FB6205EF}" dt="2026-06-26T15:10:28.080" v="2987" actId="1076"/>
        <pc:sldMkLst>
          <pc:docMk/>
          <pc:sldMk cId="0" sldId="260"/>
        </pc:sldMkLst>
        <pc:spChg chg="del">
          <ac:chgData name="宋　陽" userId="fc41eacb-1e89-46cc-99cc-69273c64d795" providerId="ADAL" clId="{5C6F417B-4E2C-4AA1-8CED-C9B8FB6205EF}" dt="2026-06-26T14:47:51.278" v="2117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7:56.527" v="211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26.531" v="1664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1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27.308" v="1665" actId="47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1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28.209" v="1666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1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29.692" v="1668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1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28.763" v="1667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11:30.547" v="1669" actId="478"/>
          <ac:spMkLst>
            <pc:docMk/>
            <pc:sldMk cId="0" sldId="260"/>
            <ac:spMk id="19" creationId="{00000000-0000-0000-0000-000000000000}"/>
          </ac:spMkLst>
        </pc:spChg>
        <pc:spChg chg="add del mod">
          <ac:chgData name="宋　陽" userId="fc41eacb-1e89-46cc-99cc-69273c64d795" providerId="ADAL" clId="{5C6F417B-4E2C-4AA1-8CED-C9B8FB6205EF}" dt="2026-06-26T14:47:52.934" v="2118" actId="403"/>
          <ac:spMkLst>
            <pc:docMk/>
            <pc:sldMk cId="0" sldId="260"/>
            <ac:spMk id="21" creationId="{3AFF3B5A-C43A-B0B0-9538-53110CD1A5D3}"/>
          </ac:spMkLst>
        </pc:spChg>
        <pc:spChg chg="add mod">
          <ac:chgData name="宋　陽" userId="fc41eacb-1e89-46cc-99cc-69273c64d795" providerId="ADAL" clId="{5C6F417B-4E2C-4AA1-8CED-C9B8FB6205EF}" dt="2026-06-26T15:10:12.695" v="2985" actId="1076"/>
          <ac:spMkLst>
            <pc:docMk/>
            <pc:sldMk cId="0" sldId="260"/>
            <ac:spMk id="23" creationId="{7925A88F-46D1-A5F9-9FCF-6F24086823E2}"/>
          </ac:spMkLst>
        </pc:spChg>
        <pc:spChg chg="add mod">
          <ac:chgData name="宋　陽" userId="fc41eacb-1e89-46cc-99cc-69273c64d795" providerId="ADAL" clId="{5C6F417B-4E2C-4AA1-8CED-C9B8FB6205EF}" dt="2026-06-26T15:09:54.512" v="2982" actId="1076"/>
          <ac:spMkLst>
            <pc:docMk/>
            <pc:sldMk cId="0" sldId="260"/>
            <ac:spMk id="25" creationId="{A3943EB2-8B03-0DDD-180F-B6F2345FA5FA}"/>
          </ac:spMkLst>
        </pc:spChg>
        <pc:spChg chg="add 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27" creationId="{63547EEF-BBD8-DFDF-FB27-7968E8ADCDBC}"/>
          </ac:spMkLst>
        </pc:spChg>
        <pc:spChg chg="add 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29" creationId="{F9303123-CE4D-B32D-1DA4-FAEC4000AFC9}"/>
          </ac:spMkLst>
        </pc:spChg>
        <pc:spChg chg="add 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31" creationId="{251D719B-1926-78FC-9635-AE78CC95951D}"/>
          </ac:spMkLst>
        </pc:spChg>
        <pc:spChg chg="add 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33" creationId="{E888DB1C-062B-367D-6FE9-337F9402BB0D}"/>
          </ac:spMkLst>
        </pc:spChg>
        <pc:spChg chg="add mod">
          <ac:chgData name="宋　陽" userId="fc41eacb-1e89-46cc-99cc-69273c64d795" providerId="ADAL" clId="{5C6F417B-4E2C-4AA1-8CED-C9B8FB6205EF}" dt="2026-06-26T15:10:28.080" v="2987" actId="1076"/>
          <ac:spMkLst>
            <pc:docMk/>
            <pc:sldMk cId="0" sldId="260"/>
            <ac:spMk id="35" creationId="{17BC1837-9EDE-ED30-09F0-6B611DF514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587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587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7E35C-0D10-471B-9A94-95CB30F9653D}" type="datetimeFigureOut">
              <a:t>2026/6/28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98475" y="1463675"/>
            <a:ext cx="6318250" cy="3949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31838" y="5632450"/>
            <a:ext cx="5851525" cy="46085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1117263"/>
            <a:ext cx="3170238" cy="587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143375" y="11117263"/>
            <a:ext cx="3170238" cy="587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B167C-8FC4-444B-861E-3FDEEAFFBAB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83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574950" y="-3511296"/>
            <a:ext cx="9831629" cy="921715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253228" y="-2560320"/>
            <a:ext cx="9363456" cy="870508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3123" y="4242816"/>
            <a:ext cx="8427110" cy="5632704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389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76325" y="2199272"/>
            <a:ext cx="3749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234440" y="2304288"/>
            <a:ext cx="1188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051560" y="2971800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350008" y="2971800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48456" y="2971800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083606" y="4037544"/>
            <a:ext cx="3749040" cy="8778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83606" y="5089104"/>
            <a:ext cx="37490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234440" y="5193792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7FB25E2-8972-395C-27C1-4D6895A685A8}"/>
              </a:ext>
            </a:extLst>
          </p:cNvPr>
          <p:cNvGrpSpPr/>
          <p:nvPr/>
        </p:nvGrpSpPr>
        <p:grpSpPr>
          <a:xfrm>
            <a:off x="6072683" y="3005040"/>
            <a:ext cx="231343" cy="231343"/>
            <a:chOff x="6199632" y="3017520"/>
            <a:chExt cx="231343" cy="231343"/>
          </a:xfrm>
        </p:grpSpPr>
        <p:sp>
          <p:nvSpPr>
            <p:cNvPr id="36" name="Shape 34"/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Shape 36"/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FE4FFD8-8554-6C45-521C-97EC04D3CDD6}"/>
              </a:ext>
            </a:extLst>
          </p:cNvPr>
          <p:cNvSpPr txBox="1"/>
          <p:nvPr/>
        </p:nvSpPr>
        <p:spPr>
          <a:xfrm>
            <a:off x="731520" y="574702"/>
            <a:ext cx="6657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コンパクトな画面ですぐに確認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B2A1C2C-41CC-7DB4-21FB-A541AC63CAD9}"/>
              </a:ext>
            </a:extLst>
          </p:cNvPr>
          <p:cNvSpPr txBox="1"/>
          <p:nvPr/>
        </p:nvSpPr>
        <p:spPr>
          <a:xfrm>
            <a:off x="1211580" y="2299823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今すぐ更新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8B0B947E-30F3-1508-9014-DD9A6EC71A87}"/>
              </a:ext>
            </a:extLst>
          </p:cNvPr>
          <p:cNvSpPr txBox="1"/>
          <p:nvPr/>
        </p:nvSpPr>
        <p:spPr>
          <a:xfrm>
            <a:off x="2697622" y="2314266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前回</a:t>
            </a:r>
            <a:r>
              <a:rPr lang="en-US" altLang="ja-JP" sz="1400" dirty="0"/>
              <a:t>:18</a:t>
            </a:r>
            <a:r>
              <a:rPr lang="ja-JP" altLang="en-US" sz="1400" dirty="0"/>
              <a:t>分前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CD475D5-E139-747B-AEE9-1FDB6D726453}"/>
              </a:ext>
            </a:extLst>
          </p:cNvPr>
          <p:cNvSpPr txBox="1"/>
          <p:nvPr/>
        </p:nvSpPr>
        <p:spPr>
          <a:xfrm>
            <a:off x="982980" y="2988747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24</a:t>
            </a:r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時間以内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268A6DD-1DBB-FC9C-6A3B-045A09DC5DB1}"/>
              </a:ext>
            </a:extLst>
          </p:cNvPr>
          <p:cNvSpPr txBox="1"/>
          <p:nvPr/>
        </p:nvSpPr>
        <p:spPr>
          <a:xfrm>
            <a:off x="2604420" y="3010620"/>
            <a:ext cx="54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今週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AC79F03-8870-3A1A-262A-A6F14BEBB83B}"/>
              </a:ext>
            </a:extLst>
          </p:cNvPr>
          <p:cNvSpPr txBox="1"/>
          <p:nvPr/>
        </p:nvSpPr>
        <p:spPr>
          <a:xfrm>
            <a:off x="3711727" y="2988747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対象コース</a:t>
            </a:r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8C02E943-8518-57C7-9DD9-52BB19A00FDA}"/>
              </a:ext>
            </a:extLst>
          </p:cNvPr>
          <p:cNvGrpSpPr/>
          <p:nvPr/>
        </p:nvGrpSpPr>
        <p:grpSpPr>
          <a:xfrm>
            <a:off x="6071921" y="3849488"/>
            <a:ext cx="231343" cy="231343"/>
            <a:chOff x="6199632" y="3017520"/>
            <a:chExt cx="231343" cy="231343"/>
          </a:xfrm>
        </p:grpSpPr>
        <p:sp>
          <p:nvSpPr>
            <p:cNvPr id="81" name="Shape 34">
              <a:extLst>
                <a:ext uri="{FF2B5EF4-FFF2-40B4-BE49-F238E27FC236}">
                  <a16:creationId xmlns:a16="http://schemas.microsoft.com/office/drawing/2014/main" id="{A9E034DE-509B-0DCE-8A84-8B9A3A8FBC24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2" name="Shape 35">
              <a:extLst>
                <a:ext uri="{FF2B5EF4-FFF2-40B4-BE49-F238E27FC236}">
                  <a16:creationId xmlns:a16="http://schemas.microsoft.com/office/drawing/2014/main" id="{F49DF595-C381-3CBE-AC88-7FDB0D40FE9F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Shape 36">
              <a:extLst>
                <a:ext uri="{FF2B5EF4-FFF2-40B4-BE49-F238E27FC236}">
                  <a16:creationId xmlns:a16="http://schemas.microsoft.com/office/drawing/2014/main" id="{B80031CE-5238-E2E9-ED6B-3A5C7FF56AAD}"/>
                </a:ext>
              </a:extLst>
            </p:cNvPr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160BC477-EF6F-5419-866A-6E530E57E045}"/>
              </a:ext>
            </a:extLst>
          </p:cNvPr>
          <p:cNvGrpSpPr/>
          <p:nvPr/>
        </p:nvGrpSpPr>
        <p:grpSpPr>
          <a:xfrm>
            <a:off x="6071921" y="4685979"/>
            <a:ext cx="231343" cy="231343"/>
            <a:chOff x="6199632" y="3017520"/>
            <a:chExt cx="231343" cy="231343"/>
          </a:xfrm>
        </p:grpSpPr>
        <p:sp>
          <p:nvSpPr>
            <p:cNvPr id="89" name="Shape 34">
              <a:extLst>
                <a:ext uri="{FF2B5EF4-FFF2-40B4-BE49-F238E27FC236}">
                  <a16:creationId xmlns:a16="http://schemas.microsoft.com/office/drawing/2014/main" id="{63938A03-E833-DC6C-8599-86ADC4830462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0" name="Shape 35">
              <a:extLst>
                <a:ext uri="{FF2B5EF4-FFF2-40B4-BE49-F238E27FC236}">
                  <a16:creationId xmlns:a16="http://schemas.microsoft.com/office/drawing/2014/main" id="{8837E003-E0B0-7B02-18F8-0A79CC6A91D7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1" name="Shape 36">
              <a:extLst>
                <a:ext uri="{FF2B5EF4-FFF2-40B4-BE49-F238E27FC236}">
                  <a16:creationId xmlns:a16="http://schemas.microsoft.com/office/drawing/2014/main" id="{76CACEBE-BA36-2FD8-D122-DFF0C9C286B2}"/>
                </a:ext>
              </a:extLst>
            </p:cNvPr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8826E53C-E4FB-8123-B4A4-8AFBFA767C34}"/>
              </a:ext>
            </a:extLst>
          </p:cNvPr>
          <p:cNvSpPr txBox="1"/>
          <p:nvPr/>
        </p:nvSpPr>
        <p:spPr>
          <a:xfrm>
            <a:off x="6356604" y="2896415"/>
            <a:ext cx="4217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24</a:t>
            </a:r>
            <a:r>
              <a:rPr kumimoji="1" lang="ja-JP" altLang="en-US" sz="2400" dirty="0"/>
              <a:t>時間以内の課題を優先表示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46B272E0-6510-7A08-3D4A-D42B0D26156C}"/>
              </a:ext>
            </a:extLst>
          </p:cNvPr>
          <p:cNvSpPr txBox="1"/>
          <p:nvPr/>
        </p:nvSpPr>
        <p:spPr>
          <a:xfrm>
            <a:off x="6355842" y="3744842"/>
            <a:ext cx="4217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更新状態を一目で確認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FDEB9ACD-1F23-E22A-BB69-DE37C50400C0}"/>
              </a:ext>
            </a:extLst>
          </p:cNvPr>
          <p:cNvSpPr txBox="1"/>
          <p:nvPr/>
        </p:nvSpPr>
        <p:spPr>
          <a:xfrm>
            <a:off x="6356604" y="4588055"/>
            <a:ext cx="4217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課題カードから</a:t>
            </a:r>
            <a:r>
              <a:rPr kumimoji="1" lang="en-US" altLang="ja-JP" sz="2400" dirty="0"/>
              <a:t>LETUS</a:t>
            </a:r>
            <a:r>
              <a:rPr kumimoji="1" lang="ja-JP" altLang="en-US" sz="2400" dirty="0"/>
              <a:t>へ移動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A06AB0FF-33A8-3A11-056A-0C08E712A37F}"/>
              </a:ext>
            </a:extLst>
          </p:cNvPr>
          <p:cNvSpPr txBox="1"/>
          <p:nvPr/>
        </p:nvSpPr>
        <p:spPr>
          <a:xfrm>
            <a:off x="608449" y="3278530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2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</a:t>
            </a:r>
            <a:endParaRPr lang="ja-JP" altLang="en-US" dirty="0">
              <a:solidFill>
                <a:schemeClr val="accent2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F35D065-0F5B-786A-040A-21510A4D518B}"/>
              </a:ext>
            </a:extLst>
          </p:cNvPr>
          <p:cNvSpPr txBox="1"/>
          <p:nvPr/>
        </p:nvSpPr>
        <p:spPr>
          <a:xfrm>
            <a:off x="1906897" y="3271639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6</a:t>
            </a:r>
            <a:endParaRPr lang="ja-JP" altLang="en-US" dirty="0">
              <a:solidFill>
                <a:srgbClr val="6600FF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DD9C704F-7077-58CE-77BF-129710886701}"/>
              </a:ext>
            </a:extLst>
          </p:cNvPr>
          <p:cNvSpPr txBox="1"/>
          <p:nvPr/>
        </p:nvSpPr>
        <p:spPr>
          <a:xfrm>
            <a:off x="3208393" y="3282733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5</a:t>
            </a:r>
            <a:endParaRPr lang="ja-JP" altLang="en-US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592F6FE2-0B56-A36C-7CE8-DD23CAABFBAE}"/>
              </a:ext>
            </a:extLst>
          </p:cNvPr>
          <p:cNvSpPr/>
          <p:nvPr/>
        </p:nvSpPr>
        <p:spPr>
          <a:xfrm>
            <a:off x="1196327" y="4142232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52EA759-5E25-3FFB-D8BE-C90AF2ABD340}"/>
              </a:ext>
            </a:extLst>
          </p:cNvPr>
          <p:cNvSpPr/>
          <p:nvPr/>
        </p:nvSpPr>
        <p:spPr>
          <a:xfrm>
            <a:off x="3875519" y="4142232"/>
            <a:ext cx="896112" cy="2743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DA7D7085-1745-FECF-E6C6-5C9A0AA5ECDA}"/>
              </a:ext>
            </a:extLst>
          </p:cNvPr>
          <p:cNvSpPr/>
          <p:nvPr/>
        </p:nvSpPr>
        <p:spPr>
          <a:xfrm>
            <a:off x="3849624" y="5209857"/>
            <a:ext cx="896112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7FAF689-5288-944F-34D8-5163AEDFBAB5}"/>
              </a:ext>
            </a:extLst>
          </p:cNvPr>
          <p:cNvSpPr txBox="1"/>
          <p:nvPr/>
        </p:nvSpPr>
        <p:spPr>
          <a:xfrm>
            <a:off x="1165649" y="4135926"/>
            <a:ext cx="92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今日</a:t>
            </a:r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23:59</a:t>
            </a:r>
            <a:endParaRPr lang="ja-JP" altLang="en-US" sz="1200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B8D90CF-8714-4B8B-E1CB-D0A70B05DEC1}"/>
              </a:ext>
            </a:extLst>
          </p:cNvPr>
          <p:cNvSpPr txBox="1"/>
          <p:nvPr/>
        </p:nvSpPr>
        <p:spPr>
          <a:xfrm>
            <a:off x="1162745" y="5209857"/>
            <a:ext cx="93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明日</a:t>
            </a:r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10:00</a:t>
            </a:r>
            <a:endParaRPr lang="ja-JP" altLang="en-US" sz="1200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D3A22B1-C993-8BAE-E416-864603D53B6B}"/>
              </a:ext>
            </a:extLst>
          </p:cNvPr>
          <p:cNvSpPr txBox="1"/>
          <p:nvPr/>
        </p:nvSpPr>
        <p:spPr>
          <a:xfrm>
            <a:off x="3985406" y="4134591"/>
            <a:ext cx="676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15</a:t>
            </a:r>
            <a:r>
              <a:rPr lang="ja-JP" altLang="en-US" sz="1200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A3B5156-A417-D949-384F-076B661AA7CB}"/>
              </a:ext>
            </a:extLst>
          </p:cNvPr>
          <p:cNvSpPr txBox="1"/>
          <p:nvPr/>
        </p:nvSpPr>
        <p:spPr>
          <a:xfrm>
            <a:off x="4032004" y="5211533"/>
            <a:ext cx="517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</a:t>
            </a:r>
            <a:r>
              <a:rPr lang="ja-JP" altLang="en-US" sz="12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日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77AF7FB-83D0-FB67-16D6-DEB61E77842D}"/>
              </a:ext>
            </a:extLst>
          </p:cNvPr>
          <p:cNvSpPr txBox="1"/>
          <p:nvPr/>
        </p:nvSpPr>
        <p:spPr>
          <a:xfrm>
            <a:off x="1149778" y="4506121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第</a:t>
            </a:r>
            <a:r>
              <a:rPr lang="en-US" altLang="ja-JP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7</a:t>
            </a:r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回小テスト 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データサイエンス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8D79790C-54E1-974A-6999-4DD700BAF3F2}"/>
              </a:ext>
            </a:extLst>
          </p:cNvPr>
          <p:cNvSpPr txBox="1"/>
          <p:nvPr/>
        </p:nvSpPr>
        <p:spPr>
          <a:xfrm>
            <a:off x="1162745" y="5555730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Week8 Assignment</a:t>
            </a:r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 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Freshman English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F9824913-EBCE-BEF0-B8B3-C8E97B86D6C0}"/>
              </a:ext>
            </a:extLst>
          </p:cNvPr>
          <p:cNvSpPr/>
          <p:nvPr/>
        </p:nvSpPr>
        <p:spPr>
          <a:xfrm>
            <a:off x="3877765" y="4522850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DE92381-16B4-41B3-D44D-A4030DE6FAFE}"/>
              </a:ext>
            </a:extLst>
          </p:cNvPr>
          <p:cNvSpPr txBox="1"/>
          <p:nvPr/>
        </p:nvSpPr>
        <p:spPr>
          <a:xfrm>
            <a:off x="4000153" y="4525922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未提出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C45FBC7-D06D-B9CE-A227-3F6FB76E626C}"/>
              </a:ext>
            </a:extLst>
          </p:cNvPr>
          <p:cNvSpPr txBox="1"/>
          <p:nvPr/>
        </p:nvSpPr>
        <p:spPr>
          <a:xfrm>
            <a:off x="3972012" y="5595278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未提出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EDB09B3-4D1A-A8D2-D7C3-710569C0ADF6}"/>
              </a:ext>
            </a:extLst>
          </p:cNvPr>
          <p:cNvSpPr txBox="1"/>
          <p:nvPr/>
        </p:nvSpPr>
        <p:spPr>
          <a:xfrm>
            <a:off x="1051560" y="1097280"/>
            <a:ext cx="68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直感的なポップアップで、今やる課題だけ素早く把握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574950" y="-3511296"/>
            <a:ext cx="9831629" cy="921715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266944" y="-2560320"/>
            <a:ext cx="9363456" cy="870508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3123" y="4242816"/>
            <a:ext cx="8427110" cy="5632704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4241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05840" y="2157984"/>
            <a:ext cx="159105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926080" y="2157984"/>
            <a:ext cx="159105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2157984"/>
            <a:ext cx="159105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766560" y="2157984"/>
            <a:ext cx="159105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686800" y="2157984"/>
            <a:ext cx="1591056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05840" y="329184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005840" y="3840480"/>
            <a:ext cx="2834640" cy="5669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05840" y="4553712"/>
            <a:ext cx="2834640" cy="5669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160520" y="329184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160520" y="384048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160520" y="4553712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7315200" y="3291840"/>
            <a:ext cx="17373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315200" y="3840480"/>
            <a:ext cx="283464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7315200" y="4553712"/>
            <a:ext cx="283464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7315200" y="5266944"/>
            <a:ext cx="283464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631ACF1-C1AB-E072-6908-1878DB2AE752}"/>
              </a:ext>
            </a:extLst>
          </p:cNvPr>
          <p:cNvSpPr txBox="1"/>
          <p:nvPr/>
        </p:nvSpPr>
        <p:spPr>
          <a:xfrm>
            <a:off x="854921" y="569375"/>
            <a:ext cx="5733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ダッシュボードでまとめて管理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1131B4E-D243-4A2C-9402-3C6BA79F170D}"/>
              </a:ext>
            </a:extLst>
          </p:cNvPr>
          <p:cNvSpPr txBox="1"/>
          <p:nvPr/>
        </p:nvSpPr>
        <p:spPr>
          <a:xfrm>
            <a:off x="987552" y="2196355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24</a:t>
            </a:r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時間以内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F29149F4-08D2-ED4C-4DC4-104B6C98CCE6}"/>
              </a:ext>
            </a:extLst>
          </p:cNvPr>
          <p:cNvSpPr txBox="1"/>
          <p:nvPr/>
        </p:nvSpPr>
        <p:spPr>
          <a:xfrm>
            <a:off x="4945654" y="2196177"/>
            <a:ext cx="54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今週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B6FAD90-2EEA-1BA7-ED33-51781F770D1F}"/>
              </a:ext>
            </a:extLst>
          </p:cNvPr>
          <p:cNvSpPr txBox="1"/>
          <p:nvPr/>
        </p:nvSpPr>
        <p:spPr>
          <a:xfrm>
            <a:off x="2947084" y="2188811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明日まで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A930AE3-6814-ECDB-01C0-21FFD336DF90}"/>
              </a:ext>
            </a:extLst>
          </p:cNvPr>
          <p:cNvSpPr txBox="1"/>
          <p:nvPr/>
        </p:nvSpPr>
        <p:spPr>
          <a:xfrm>
            <a:off x="6757102" y="2191881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提出済み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5B687C2-625B-5571-7453-368EBCDF3547}"/>
              </a:ext>
            </a:extLst>
          </p:cNvPr>
          <p:cNvSpPr txBox="1"/>
          <p:nvPr/>
        </p:nvSpPr>
        <p:spPr>
          <a:xfrm>
            <a:off x="8686800" y="2193221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期限切れ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7E6D761-A8A1-43E4-B5DE-EF401E557804}"/>
              </a:ext>
            </a:extLst>
          </p:cNvPr>
          <p:cNvSpPr txBox="1"/>
          <p:nvPr/>
        </p:nvSpPr>
        <p:spPr>
          <a:xfrm>
            <a:off x="1184148" y="3327076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24</a:t>
            </a:r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時間以内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EB482F0-8004-ADFF-7333-20CF7E78152D}"/>
              </a:ext>
            </a:extLst>
          </p:cNvPr>
          <p:cNvSpPr txBox="1"/>
          <p:nvPr/>
        </p:nvSpPr>
        <p:spPr>
          <a:xfrm>
            <a:off x="4753944" y="3323761"/>
            <a:ext cx="54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今週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C54A9B1-F040-7E4E-26D5-E7EC7D388289}"/>
              </a:ext>
            </a:extLst>
          </p:cNvPr>
          <p:cNvSpPr txBox="1"/>
          <p:nvPr/>
        </p:nvSpPr>
        <p:spPr>
          <a:xfrm>
            <a:off x="7702592" y="3329956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対象コース</a:t>
            </a:r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A742FE0C-1FF6-4091-86B4-9B41FF703494}"/>
              </a:ext>
            </a:extLst>
          </p:cNvPr>
          <p:cNvGrpSpPr/>
          <p:nvPr/>
        </p:nvGrpSpPr>
        <p:grpSpPr>
          <a:xfrm>
            <a:off x="7378751" y="3995928"/>
            <a:ext cx="231343" cy="231343"/>
            <a:chOff x="6199632" y="3017520"/>
            <a:chExt cx="231343" cy="231343"/>
          </a:xfrm>
        </p:grpSpPr>
        <p:sp>
          <p:nvSpPr>
            <p:cNvPr id="73" name="Shape 34">
              <a:extLst>
                <a:ext uri="{FF2B5EF4-FFF2-40B4-BE49-F238E27FC236}">
                  <a16:creationId xmlns:a16="http://schemas.microsoft.com/office/drawing/2014/main" id="{B2811F2F-390F-781A-9D35-7BEF65E05ED1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FE998EFD-9E35-8DC1-4CCB-C2504D55B99E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5" name="Shape 36">
              <a:extLst>
                <a:ext uri="{FF2B5EF4-FFF2-40B4-BE49-F238E27FC236}">
                  <a16:creationId xmlns:a16="http://schemas.microsoft.com/office/drawing/2014/main" id="{CFDE95D5-CFF0-D70A-9E2B-F0872C193164}"/>
                </a:ext>
              </a:extLst>
            </p:cNvPr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76CB9CFA-217F-B6D3-0DAD-4E139640EB7F}"/>
              </a:ext>
            </a:extLst>
          </p:cNvPr>
          <p:cNvGrpSpPr/>
          <p:nvPr/>
        </p:nvGrpSpPr>
        <p:grpSpPr>
          <a:xfrm>
            <a:off x="7378295" y="4696815"/>
            <a:ext cx="231343" cy="231343"/>
            <a:chOff x="6199632" y="3017520"/>
            <a:chExt cx="231343" cy="231343"/>
          </a:xfrm>
        </p:grpSpPr>
        <p:sp>
          <p:nvSpPr>
            <p:cNvPr id="77" name="Shape 34">
              <a:extLst>
                <a:ext uri="{FF2B5EF4-FFF2-40B4-BE49-F238E27FC236}">
                  <a16:creationId xmlns:a16="http://schemas.microsoft.com/office/drawing/2014/main" id="{27431E0C-6626-D129-A6B7-31F817DB4336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8" name="Shape 35">
              <a:extLst>
                <a:ext uri="{FF2B5EF4-FFF2-40B4-BE49-F238E27FC236}">
                  <a16:creationId xmlns:a16="http://schemas.microsoft.com/office/drawing/2014/main" id="{30B384D3-7B57-549A-3647-5144D67DDF52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9" name="Shape 36">
              <a:extLst>
                <a:ext uri="{FF2B5EF4-FFF2-40B4-BE49-F238E27FC236}">
                  <a16:creationId xmlns:a16="http://schemas.microsoft.com/office/drawing/2014/main" id="{E3909A56-A889-67E2-5C5F-FF1F7D6F9039}"/>
                </a:ext>
              </a:extLst>
            </p:cNvPr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4F99704B-2440-7175-F915-A0799CE7A69B}"/>
              </a:ext>
            </a:extLst>
          </p:cNvPr>
          <p:cNvGrpSpPr/>
          <p:nvPr/>
        </p:nvGrpSpPr>
        <p:grpSpPr>
          <a:xfrm>
            <a:off x="7378294" y="5415990"/>
            <a:ext cx="231343" cy="231343"/>
            <a:chOff x="6199632" y="3017520"/>
            <a:chExt cx="231343" cy="231343"/>
          </a:xfrm>
        </p:grpSpPr>
        <p:sp>
          <p:nvSpPr>
            <p:cNvPr id="81" name="Shape 34">
              <a:extLst>
                <a:ext uri="{FF2B5EF4-FFF2-40B4-BE49-F238E27FC236}">
                  <a16:creationId xmlns:a16="http://schemas.microsoft.com/office/drawing/2014/main" id="{38E02F7B-AC9F-DF0F-E098-211F46F4AE4E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2" name="Shape 35">
              <a:extLst>
                <a:ext uri="{FF2B5EF4-FFF2-40B4-BE49-F238E27FC236}">
                  <a16:creationId xmlns:a16="http://schemas.microsoft.com/office/drawing/2014/main" id="{382C5644-68C7-7FEC-8DEB-E31275BD408E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Shape 36">
              <a:extLst>
                <a:ext uri="{FF2B5EF4-FFF2-40B4-BE49-F238E27FC236}">
                  <a16:creationId xmlns:a16="http://schemas.microsoft.com/office/drawing/2014/main" id="{5EA0E91D-063A-EC21-6CDD-4D332627728E}"/>
                </a:ext>
              </a:extLst>
            </p:cNvPr>
            <p:cNvSpPr/>
            <p:nvPr/>
          </p:nvSpPr>
          <p:spPr>
            <a:xfrm flipV="1">
              <a:off x="6291609" y="3089332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E3809112-495D-F16D-6705-AE5820F8615B}"/>
              </a:ext>
            </a:extLst>
          </p:cNvPr>
          <p:cNvSpPr txBox="1"/>
          <p:nvPr/>
        </p:nvSpPr>
        <p:spPr>
          <a:xfrm>
            <a:off x="1105728" y="3957324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回小テスト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73C0558-A5D8-E3F8-FF23-C5D85FCDA078}"/>
              </a:ext>
            </a:extLst>
          </p:cNvPr>
          <p:cNvSpPr txBox="1"/>
          <p:nvPr/>
        </p:nvSpPr>
        <p:spPr>
          <a:xfrm>
            <a:off x="1049434" y="4662408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レポート課題 </a:t>
            </a:r>
            <a:r>
              <a:rPr kumimoji="1" lang="en-US" altLang="ja-JP" dirty="0"/>
              <a:t>#2</a:t>
            </a:r>
            <a:endParaRPr kumimoji="1" lang="ja-JP" altLang="en-US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8866A05-A67E-551A-7731-21370F3560EA}"/>
              </a:ext>
            </a:extLst>
          </p:cNvPr>
          <p:cNvSpPr txBox="1"/>
          <p:nvPr/>
        </p:nvSpPr>
        <p:spPr>
          <a:xfrm>
            <a:off x="4245739" y="3973636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Week9 Assignment</a:t>
            </a:r>
            <a:endParaRPr kumimoji="1" lang="ja-JP" altLang="en-US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DE3F0F72-F231-0257-6342-A2BC0FA160B9}"/>
              </a:ext>
            </a:extLst>
          </p:cNvPr>
          <p:cNvSpPr txBox="1"/>
          <p:nvPr/>
        </p:nvSpPr>
        <p:spPr>
          <a:xfrm>
            <a:off x="4245738" y="4662407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確認テスト </a:t>
            </a:r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6BF08594-E3CA-4928-8164-82CAC2BD73B6}"/>
              </a:ext>
            </a:extLst>
          </p:cNvPr>
          <p:cNvSpPr txBox="1"/>
          <p:nvPr/>
        </p:nvSpPr>
        <p:spPr>
          <a:xfrm>
            <a:off x="7619021" y="3950424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電磁気学</a:t>
            </a:r>
            <a:r>
              <a:rPr kumimoji="1" lang="en-US" altLang="ja-JP" dirty="0"/>
              <a:t>Ⅰ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BEDF4B93-46FE-78A6-7048-A8596FF48BE2}"/>
              </a:ext>
            </a:extLst>
          </p:cNvPr>
          <p:cNvSpPr txBox="1"/>
          <p:nvPr/>
        </p:nvSpPr>
        <p:spPr>
          <a:xfrm>
            <a:off x="7619022" y="4679574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データサイエンス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DB8824F5-EB74-6B9B-BCFF-F9ADE663C84D}"/>
              </a:ext>
            </a:extLst>
          </p:cNvPr>
          <p:cNvSpPr txBox="1"/>
          <p:nvPr/>
        </p:nvSpPr>
        <p:spPr>
          <a:xfrm>
            <a:off x="7653688" y="5376888"/>
            <a:ext cx="271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Freshman English</a:t>
            </a:r>
            <a:endParaRPr kumimoji="1" lang="ja-JP" altLang="en-US" dirty="0"/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F5932E8D-2250-9AC6-1813-6138693D3E4B}"/>
              </a:ext>
            </a:extLst>
          </p:cNvPr>
          <p:cNvSpPr txBox="1"/>
          <p:nvPr/>
        </p:nvSpPr>
        <p:spPr>
          <a:xfrm>
            <a:off x="590703" y="2561761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2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</a:t>
            </a:r>
            <a:endParaRPr lang="ja-JP" altLang="en-US" dirty="0">
              <a:solidFill>
                <a:schemeClr val="accent2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4B92F581-58D4-BB2D-2C19-3A9338DC10A5}"/>
              </a:ext>
            </a:extLst>
          </p:cNvPr>
          <p:cNvSpPr txBox="1"/>
          <p:nvPr/>
        </p:nvSpPr>
        <p:spPr>
          <a:xfrm>
            <a:off x="2506371" y="2561761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3</a:t>
            </a:r>
            <a:endParaRPr lang="ja-JP" altLang="en-US" dirty="0">
              <a:solidFill>
                <a:srgbClr val="6600FF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0D92D1FE-C5B8-7B01-C7EF-0478A54847F9}"/>
              </a:ext>
            </a:extLst>
          </p:cNvPr>
          <p:cNvSpPr txBox="1"/>
          <p:nvPr/>
        </p:nvSpPr>
        <p:spPr>
          <a:xfrm>
            <a:off x="4431183" y="2556518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00B0F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6</a:t>
            </a:r>
            <a:endParaRPr lang="ja-JP" altLang="en-US" dirty="0">
              <a:solidFill>
                <a:srgbClr val="00B0F0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D799FB58-E97A-95C4-6703-1D58AE7051B6}"/>
              </a:ext>
            </a:extLst>
          </p:cNvPr>
          <p:cNvSpPr txBox="1"/>
          <p:nvPr/>
        </p:nvSpPr>
        <p:spPr>
          <a:xfrm>
            <a:off x="6391699" y="2557933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00B05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5</a:t>
            </a:r>
            <a:endParaRPr lang="ja-JP" altLang="en-US" dirty="0">
              <a:solidFill>
                <a:srgbClr val="00B050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DCBB79EB-5219-2031-1392-638574435A1E}"/>
              </a:ext>
            </a:extLst>
          </p:cNvPr>
          <p:cNvSpPr txBox="1"/>
          <p:nvPr/>
        </p:nvSpPr>
        <p:spPr>
          <a:xfrm>
            <a:off x="8311939" y="2557933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5</a:t>
            </a:r>
            <a:endParaRPr lang="ja-JP" altLang="en-US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395B14-9F21-82DF-6F76-ABB11B94D954}"/>
              </a:ext>
            </a:extLst>
          </p:cNvPr>
          <p:cNvSpPr txBox="1"/>
          <p:nvPr/>
        </p:nvSpPr>
        <p:spPr>
          <a:xfrm>
            <a:off x="854921" y="1057132"/>
            <a:ext cx="68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課題、コース、非表示リストをまとめて管理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574950" y="-3511296"/>
            <a:ext cx="9831629" cy="921715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266944" y="-2560320"/>
            <a:ext cx="9363456" cy="870508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3123" y="4242816"/>
            <a:ext cx="8427110" cy="5632704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4754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71600" y="2496312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88720" y="3429000"/>
            <a:ext cx="40233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371600" y="3593592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187952" y="3593592"/>
            <a:ext cx="841248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2148840"/>
            <a:ext cx="4389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629400" y="2532888"/>
            <a:ext cx="233172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629400" y="3200400"/>
            <a:ext cx="3566160" cy="4937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9601200" y="3319272"/>
            <a:ext cx="41148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629400" y="3913632"/>
            <a:ext cx="3566160" cy="4937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9601200" y="4032504"/>
            <a:ext cx="41148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85FE5E1-2779-24FF-5167-AA133221B108}"/>
              </a:ext>
            </a:extLst>
          </p:cNvPr>
          <p:cNvSpPr txBox="1"/>
          <p:nvPr/>
        </p:nvSpPr>
        <p:spPr>
          <a:xfrm>
            <a:off x="992081" y="564696"/>
            <a:ext cx="5733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不要な課題は非表示にして整理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81E4047-0B1D-0512-0EDA-403698C85F21}"/>
              </a:ext>
            </a:extLst>
          </p:cNvPr>
          <p:cNvSpPr txBox="1"/>
          <p:nvPr/>
        </p:nvSpPr>
        <p:spPr>
          <a:xfrm>
            <a:off x="1234994" y="3604995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期限なし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DB94E10B-B541-EDBD-2C8E-2052136B92E0}"/>
              </a:ext>
            </a:extLst>
          </p:cNvPr>
          <p:cNvSpPr txBox="1"/>
          <p:nvPr/>
        </p:nvSpPr>
        <p:spPr>
          <a:xfrm>
            <a:off x="9185148" y="3316593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rgbClr val="00B05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戻す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6AD03C7-9BBA-9041-AD88-AF907232A59D}"/>
              </a:ext>
            </a:extLst>
          </p:cNvPr>
          <p:cNvSpPr txBox="1"/>
          <p:nvPr/>
        </p:nvSpPr>
        <p:spPr>
          <a:xfrm>
            <a:off x="9185148" y="4034113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rgbClr val="00B05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戻す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6F80EDC-BB4A-73CE-C9F3-C8F30A7C1707}"/>
              </a:ext>
            </a:extLst>
          </p:cNvPr>
          <p:cNvSpPr txBox="1"/>
          <p:nvPr/>
        </p:nvSpPr>
        <p:spPr>
          <a:xfrm>
            <a:off x="6664960" y="2546491"/>
            <a:ext cx="2260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非表示リスト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7EA6CE0-19D7-3514-50F6-12F0B9C5D782}"/>
              </a:ext>
            </a:extLst>
          </p:cNvPr>
          <p:cNvSpPr txBox="1"/>
          <p:nvPr/>
        </p:nvSpPr>
        <p:spPr>
          <a:xfrm>
            <a:off x="6656730" y="3209544"/>
            <a:ext cx="2260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講義への問い合わせ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0C0CC253-CD42-2E68-356C-98D723342832}"/>
              </a:ext>
            </a:extLst>
          </p:cNvPr>
          <p:cNvSpPr txBox="1"/>
          <p:nvPr/>
        </p:nvSpPr>
        <p:spPr>
          <a:xfrm>
            <a:off x="6664959" y="3444499"/>
            <a:ext cx="2260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政治学 期限なし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5F570EE-F874-66AD-3181-5D8321B4B94A}"/>
              </a:ext>
            </a:extLst>
          </p:cNvPr>
          <p:cNvSpPr txBox="1"/>
          <p:nvPr/>
        </p:nvSpPr>
        <p:spPr>
          <a:xfrm>
            <a:off x="6666891" y="3910843"/>
            <a:ext cx="2260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授業アンケート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455021A-BBBE-52C7-EBC1-98AA9DDA6AE0}"/>
              </a:ext>
            </a:extLst>
          </p:cNvPr>
          <p:cNvSpPr txBox="1"/>
          <p:nvPr/>
        </p:nvSpPr>
        <p:spPr>
          <a:xfrm>
            <a:off x="6675120" y="4145798"/>
            <a:ext cx="2260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哲学 期限なし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C55284-E677-A9D2-F8D9-BBBA0C6E6BDB}"/>
              </a:ext>
            </a:extLst>
          </p:cNvPr>
          <p:cNvSpPr txBox="1"/>
          <p:nvPr/>
        </p:nvSpPr>
        <p:spPr>
          <a:xfrm>
            <a:off x="992081" y="1119134"/>
            <a:ext cx="8609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余計な情報は多忙な大学生に不要</a:t>
            </a:r>
            <a:endParaRPr kumimoji="1" lang="ja-JP" altLang="en-US" sz="18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8C943BC-5230-647A-D81B-C23F57709099}"/>
              </a:ext>
            </a:extLst>
          </p:cNvPr>
          <p:cNvSpPr/>
          <p:nvPr/>
        </p:nvSpPr>
        <p:spPr>
          <a:xfrm>
            <a:off x="4130084" y="3574369"/>
            <a:ext cx="896112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6E10C3F-EF28-4206-C1FD-A29C32746C59}"/>
              </a:ext>
            </a:extLst>
          </p:cNvPr>
          <p:cNvSpPr txBox="1"/>
          <p:nvPr/>
        </p:nvSpPr>
        <p:spPr>
          <a:xfrm>
            <a:off x="1443205" y="3920242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Speed reading</a:t>
            </a:r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 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R&amp;W Skills 1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7285316-E9C1-2050-919D-0B2C61CD2E60}"/>
              </a:ext>
            </a:extLst>
          </p:cNvPr>
          <p:cNvSpPr txBox="1"/>
          <p:nvPr/>
        </p:nvSpPr>
        <p:spPr>
          <a:xfrm>
            <a:off x="4252472" y="3959790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非表示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6EAF8F9F-4B34-4782-3D45-A89B48260F88}"/>
              </a:ext>
            </a:extLst>
          </p:cNvPr>
          <p:cNvSpPr/>
          <p:nvPr/>
        </p:nvSpPr>
        <p:spPr>
          <a:xfrm>
            <a:off x="1188720" y="2386584"/>
            <a:ext cx="4023360" cy="8778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187952" y="2496312"/>
            <a:ext cx="841248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3EF67E9E-F029-27C3-17FE-F9AC277AE8AB}"/>
              </a:ext>
            </a:extLst>
          </p:cNvPr>
          <p:cNvSpPr/>
          <p:nvPr/>
        </p:nvSpPr>
        <p:spPr>
          <a:xfrm>
            <a:off x="1371600" y="2505780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76313E3-3511-852E-EB1B-A59A01EB194C}"/>
              </a:ext>
            </a:extLst>
          </p:cNvPr>
          <p:cNvSpPr txBox="1"/>
          <p:nvPr/>
        </p:nvSpPr>
        <p:spPr>
          <a:xfrm>
            <a:off x="1202436" y="2505780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期限なし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9270833-D572-25A7-E369-955B824F533D}"/>
              </a:ext>
            </a:extLst>
          </p:cNvPr>
          <p:cNvSpPr txBox="1"/>
          <p:nvPr/>
        </p:nvSpPr>
        <p:spPr>
          <a:xfrm>
            <a:off x="1435952" y="2858905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提出確認 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基礎情報工学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7188C6C-10A8-B693-6183-9CE3A0BDC848}"/>
              </a:ext>
            </a:extLst>
          </p:cNvPr>
          <p:cNvSpPr txBox="1"/>
          <p:nvPr/>
        </p:nvSpPr>
        <p:spPr>
          <a:xfrm>
            <a:off x="4280613" y="2890434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非表示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574950" y="-3511296"/>
            <a:ext cx="9831629" cy="921715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266944" y="-2560320"/>
            <a:ext cx="9363456" cy="870508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3123" y="4242816"/>
            <a:ext cx="8427110" cy="5632704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6858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545336" y="2880360"/>
            <a:ext cx="91440" cy="9144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515934" y="2990088"/>
            <a:ext cx="91440" cy="9144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435608" y="3070414"/>
            <a:ext cx="91440" cy="9144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325880" y="3099816"/>
            <a:ext cx="91440" cy="91440"/>
          </a:xfrm>
          <a:prstGeom prst="ellipse">
            <a:avLst/>
          </a:prstGeom>
          <a:solidFill>
            <a:srgbClr val="6366F1">
              <a:alpha val="3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216152" y="3070414"/>
            <a:ext cx="91440" cy="91440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35826" y="2990088"/>
            <a:ext cx="91440" cy="91440"/>
          </a:xfrm>
          <a:prstGeom prst="ellipse">
            <a:avLst/>
          </a:prstGeom>
          <a:solidFill>
            <a:srgbClr val="6366F1">
              <a:alpha val="4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06424" y="2880360"/>
            <a:ext cx="91440" cy="91440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35826" y="2770632"/>
            <a:ext cx="91440" cy="91440"/>
          </a:xfrm>
          <a:prstGeom prst="ellipse">
            <a:avLst/>
          </a:prstGeom>
          <a:solidFill>
            <a:srgbClr val="6366F1">
              <a:alpha val="5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216152" y="2690306"/>
            <a:ext cx="91440" cy="91440"/>
          </a:xfrm>
          <a:prstGeom prst="ellipse">
            <a:avLst/>
          </a:prstGeom>
          <a:solidFill>
            <a:srgbClr val="6366F1">
              <a:alpha val="6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325880" y="2660904"/>
            <a:ext cx="91440" cy="91440"/>
          </a:xfrm>
          <a:prstGeom prst="ellipse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435608" y="2690306"/>
            <a:ext cx="91440" cy="91440"/>
          </a:xfrm>
          <a:prstGeom prst="ellipse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515934" y="2770632"/>
            <a:ext cx="91440" cy="91440"/>
          </a:xfrm>
          <a:prstGeom prst="ellipse">
            <a:avLst/>
          </a:prstGeom>
          <a:solidFill>
            <a:srgbClr val="6366F1">
              <a:alpha val="7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874520" y="3044952"/>
            <a:ext cx="4983480" cy="17373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874520" y="3044952"/>
            <a:ext cx="3383280" cy="173736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263640" y="2514600"/>
            <a:ext cx="960120" cy="3657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8229600" y="2103120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790036" y="2482139"/>
            <a:ext cx="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C345CD8C-8E05-D2DC-C90F-B6DE24EDE214}"/>
              </a:ext>
            </a:extLst>
          </p:cNvPr>
          <p:cNvGrpSpPr/>
          <p:nvPr/>
        </p:nvGrpSpPr>
        <p:grpSpPr>
          <a:xfrm>
            <a:off x="822960" y="4461995"/>
            <a:ext cx="411876" cy="414313"/>
            <a:chOff x="6199632" y="3017520"/>
            <a:chExt cx="231343" cy="231343"/>
          </a:xfrm>
        </p:grpSpPr>
        <p:sp>
          <p:nvSpPr>
            <p:cNvPr id="64" name="Shape 34">
              <a:extLst>
                <a:ext uri="{FF2B5EF4-FFF2-40B4-BE49-F238E27FC236}">
                  <a16:creationId xmlns:a16="http://schemas.microsoft.com/office/drawing/2014/main" id="{4D9CD4A9-0D8F-4912-05D3-5FB3797E7FA2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5" name="Shape 35">
              <a:extLst>
                <a:ext uri="{FF2B5EF4-FFF2-40B4-BE49-F238E27FC236}">
                  <a16:creationId xmlns:a16="http://schemas.microsoft.com/office/drawing/2014/main" id="{E7F4CB98-89AF-7883-E763-B28E704F9C5D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6" name="Shape 36">
              <a:extLst>
                <a:ext uri="{FF2B5EF4-FFF2-40B4-BE49-F238E27FC236}">
                  <a16:creationId xmlns:a16="http://schemas.microsoft.com/office/drawing/2014/main" id="{C4DBF433-0036-3001-75F1-082B2A6C18CA}"/>
                </a:ext>
              </a:extLst>
            </p:cNvPr>
            <p:cNvSpPr/>
            <p:nvPr/>
          </p:nvSpPr>
          <p:spPr>
            <a:xfrm flipV="1">
              <a:off x="6296369" y="3085433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E757A8B9-741A-3B40-1B22-8A13F3D4D233}"/>
              </a:ext>
            </a:extLst>
          </p:cNvPr>
          <p:cNvGrpSpPr/>
          <p:nvPr/>
        </p:nvGrpSpPr>
        <p:grpSpPr>
          <a:xfrm>
            <a:off x="825978" y="5256024"/>
            <a:ext cx="411876" cy="414313"/>
            <a:chOff x="6199632" y="3017520"/>
            <a:chExt cx="231343" cy="231343"/>
          </a:xfrm>
        </p:grpSpPr>
        <p:sp>
          <p:nvSpPr>
            <p:cNvPr id="68" name="Shape 34">
              <a:extLst>
                <a:ext uri="{FF2B5EF4-FFF2-40B4-BE49-F238E27FC236}">
                  <a16:creationId xmlns:a16="http://schemas.microsoft.com/office/drawing/2014/main" id="{0919DF81-F741-267E-BEF0-3198DB2452C0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Shape 35">
              <a:extLst>
                <a:ext uri="{FF2B5EF4-FFF2-40B4-BE49-F238E27FC236}">
                  <a16:creationId xmlns:a16="http://schemas.microsoft.com/office/drawing/2014/main" id="{856AB91B-B500-E09C-BB75-B10A84018A27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68BD1D15-370E-EF79-F871-CC6760B4797A}"/>
                </a:ext>
              </a:extLst>
            </p:cNvPr>
            <p:cNvSpPr/>
            <p:nvPr/>
          </p:nvSpPr>
          <p:spPr>
            <a:xfrm flipV="1">
              <a:off x="6296369" y="3085815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E7F2CFCE-6A4E-180C-382C-F41127BBB308}"/>
              </a:ext>
            </a:extLst>
          </p:cNvPr>
          <p:cNvGrpSpPr/>
          <p:nvPr/>
        </p:nvGrpSpPr>
        <p:grpSpPr>
          <a:xfrm>
            <a:off x="825978" y="6073247"/>
            <a:ext cx="411876" cy="414313"/>
            <a:chOff x="6199632" y="3017520"/>
            <a:chExt cx="231343" cy="231343"/>
          </a:xfrm>
        </p:grpSpPr>
        <p:sp>
          <p:nvSpPr>
            <p:cNvPr id="72" name="Shape 34">
              <a:extLst>
                <a:ext uri="{FF2B5EF4-FFF2-40B4-BE49-F238E27FC236}">
                  <a16:creationId xmlns:a16="http://schemas.microsoft.com/office/drawing/2014/main" id="{42C519B9-7E49-6443-A2D4-6C6BB93C5A03}"/>
                </a:ext>
              </a:extLst>
            </p:cNvPr>
            <p:cNvSpPr/>
            <p:nvPr/>
          </p:nvSpPr>
          <p:spPr>
            <a:xfrm>
              <a:off x="6199632" y="3017520"/>
              <a:ext cx="231343" cy="231343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3" name="Shape 35">
              <a:extLst>
                <a:ext uri="{FF2B5EF4-FFF2-40B4-BE49-F238E27FC236}">
                  <a16:creationId xmlns:a16="http://schemas.microsoft.com/office/drawing/2014/main" id="{470E6012-368D-2D8B-F97F-99967ACBD2D2}"/>
                </a:ext>
              </a:extLst>
            </p:cNvPr>
            <p:cNvSpPr/>
            <p:nvPr/>
          </p:nvSpPr>
          <p:spPr>
            <a:xfrm>
              <a:off x="6252210" y="3143707"/>
              <a:ext cx="52578" cy="5257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4" name="Shape 36">
              <a:extLst>
                <a:ext uri="{FF2B5EF4-FFF2-40B4-BE49-F238E27FC236}">
                  <a16:creationId xmlns:a16="http://schemas.microsoft.com/office/drawing/2014/main" id="{35487B96-842A-8D57-3363-571CF475A57A}"/>
                </a:ext>
              </a:extLst>
            </p:cNvPr>
            <p:cNvSpPr/>
            <p:nvPr/>
          </p:nvSpPr>
          <p:spPr>
            <a:xfrm flipV="1">
              <a:off x="6296369" y="3086723"/>
              <a:ext cx="88159" cy="109562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3F26FC1-B73C-F8EB-FC27-2C669D6B52B4}"/>
              </a:ext>
            </a:extLst>
          </p:cNvPr>
          <p:cNvSpPr txBox="1"/>
          <p:nvPr/>
        </p:nvSpPr>
        <p:spPr>
          <a:xfrm>
            <a:off x="1106339" y="569375"/>
            <a:ext cx="5933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更新中も、通知もわかりやすく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2C7B284-6B0B-8D68-0E73-C02A48A848F7}"/>
              </a:ext>
            </a:extLst>
          </p:cNvPr>
          <p:cNvSpPr txBox="1"/>
          <p:nvPr/>
        </p:nvSpPr>
        <p:spPr>
          <a:xfrm>
            <a:off x="2038874" y="2527115"/>
            <a:ext cx="318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締め切り読み取り中 </a:t>
            </a:r>
            <a:r>
              <a:rPr kumimoji="1"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42/68</a:t>
            </a:r>
            <a:endParaRPr kumimoji="1" lang="ja-JP" altLang="en-US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A9DA5EFA-04EF-A480-496F-E3CB9F85A47C}"/>
              </a:ext>
            </a:extLst>
          </p:cNvPr>
          <p:cNvSpPr txBox="1"/>
          <p:nvPr/>
        </p:nvSpPr>
        <p:spPr>
          <a:xfrm>
            <a:off x="6374070" y="2527542"/>
            <a:ext cx="729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停止</a:t>
            </a:r>
            <a:endParaRPr kumimoji="1" lang="en-US" altLang="ja-JP" dirty="0">
              <a:solidFill>
                <a:srgbClr val="FF0000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20A18BE-F532-A894-FFC8-F4BDFF9C3764}"/>
              </a:ext>
            </a:extLst>
          </p:cNvPr>
          <p:cNvSpPr txBox="1"/>
          <p:nvPr/>
        </p:nvSpPr>
        <p:spPr>
          <a:xfrm>
            <a:off x="1328273" y="4414408"/>
            <a:ext cx="3240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更新完了を通知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09BE8CB4-1B02-378C-F95F-FA88F11D90D4}"/>
              </a:ext>
            </a:extLst>
          </p:cNvPr>
          <p:cNvSpPr txBox="1"/>
          <p:nvPr/>
        </p:nvSpPr>
        <p:spPr>
          <a:xfrm>
            <a:off x="1333108" y="5210600"/>
            <a:ext cx="379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締め切りをお知らせ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74D69CB-262B-3D09-CDEC-5A0075728648}"/>
              </a:ext>
            </a:extLst>
          </p:cNvPr>
          <p:cNvSpPr txBox="1"/>
          <p:nvPr/>
        </p:nvSpPr>
        <p:spPr>
          <a:xfrm>
            <a:off x="1328844" y="6027492"/>
            <a:ext cx="412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前回更新時刻を表示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DC2E0BB6-A1BD-6F29-CDA6-EAB1ECD5BE93}"/>
              </a:ext>
            </a:extLst>
          </p:cNvPr>
          <p:cNvSpPr txBox="1"/>
          <p:nvPr/>
        </p:nvSpPr>
        <p:spPr>
          <a:xfrm>
            <a:off x="9056528" y="2407683"/>
            <a:ext cx="129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</a:t>
            </a:r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時間前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9BFFBD42-3AE8-FD31-761F-859B6FCCFA7C}"/>
              </a:ext>
            </a:extLst>
          </p:cNvPr>
          <p:cNvSpPr txBox="1"/>
          <p:nvPr/>
        </p:nvSpPr>
        <p:spPr>
          <a:xfrm>
            <a:off x="8617015" y="2969747"/>
            <a:ext cx="1900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回小テスト</a:t>
            </a:r>
            <a:endParaRPr kumimoji="1" lang="en-US" altLang="ja-JP" dirty="0"/>
          </a:p>
          <a:p>
            <a:endParaRPr kumimoji="1" lang="en-US" altLang="ja-JP" sz="1200" dirty="0"/>
          </a:p>
          <a:p>
            <a:r>
              <a:rPr kumimoji="1" lang="ja-JP" altLang="en-US" sz="1400" dirty="0">
                <a:solidFill>
                  <a:schemeClr val="bg1">
                    <a:lumMod val="50000"/>
                  </a:schemeClr>
                </a:solidFill>
              </a:rPr>
              <a:t>データサイエンス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D08E381-0DBC-227F-D0D2-14AC9B72AA9D}"/>
              </a:ext>
            </a:extLst>
          </p:cNvPr>
          <p:cNvSpPr txBox="1"/>
          <p:nvPr/>
        </p:nvSpPr>
        <p:spPr>
          <a:xfrm>
            <a:off x="1073666" y="1057132"/>
            <a:ext cx="68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進捗バー、停止ボタン、締め切り前通知で状態を確認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CC6C5BA-DBE5-A779-EED7-8C7E71D5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352" y="2270756"/>
            <a:ext cx="609604" cy="609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0" cy="7315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574950" y="-3511296"/>
            <a:ext cx="9831629" cy="921715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266944" y="-2560320"/>
            <a:ext cx="9363456" cy="8705088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3123" y="4242816"/>
            <a:ext cx="8427110" cy="5632704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48555" y="2070335"/>
            <a:ext cx="9509760" cy="33810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605755" y="3073939"/>
            <a:ext cx="3383280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46235" y="3073939"/>
            <a:ext cx="3383280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605755" y="3732307"/>
            <a:ext cx="338328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446235" y="3732307"/>
            <a:ext cx="3383280" cy="4754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605755" y="4390675"/>
            <a:ext cx="7223760" cy="47548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AFF3B5A-C43A-B0B0-9538-53110CD1A5D3}"/>
              </a:ext>
            </a:extLst>
          </p:cNvPr>
          <p:cNvSpPr txBox="1"/>
          <p:nvPr/>
        </p:nvSpPr>
        <p:spPr>
          <a:xfrm>
            <a:off x="992081" y="573839"/>
            <a:ext cx="5733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保存データは自分で管理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925A88F-46D1-A5F9-9FCF-6F24086823E2}"/>
              </a:ext>
            </a:extLst>
          </p:cNvPr>
          <p:cNvSpPr txBox="1"/>
          <p:nvPr/>
        </p:nvSpPr>
        <p:spPr>
          <a:xfrm>
            <a:off x="1342386" y="2349999"/>
            <a:ext cx="2160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データ管理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3943EB2-8B03-0DDD-180F-B6F2345FA5FA}"/>
              </a:ext>
            </a:extLst>
          </p:cNvPr>
          <p:cNvSpPr txBox="1"/>
          <p:nvPr/>
        </p:nvSpPr>
        <p:spPr>
          <a:xfrm>
            <a:off x="1554480" y="1112001"/>
            <a:ext cx="6862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更新状態や課題データは、必要な時にリセット可能</a:t>
            </a:r>
            <a:endParaRPr kumimoji="1" lang="en-US" altLang="ja-JP" sz="16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3547EEF-BBD8-DFDF-FB27-7968E8ADCDBC}"/>
              </a:ext>
            </a:extLst>
          </p:cNvPr>
          <p:cNvSpPr txBox="1"/>
          <p:nvPr/>
        </p:nvSpPr>
        <p:spPr>
          <a:xfrm>
            <a:off x="1714128" y="3112741"/>
            <a:ext cx="3114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課題データを削除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9303123-CE4D-B32D-1DA4-FAEC4000AFC9}"/>
              </a:ext>
            </a:extLst>
          </p:cNvPr>
          <p:cNvSpPr txBox="1"/>
          <p:nvPr/>
        </p:nvSpPr>
        <p:spPr>
          <a:xfrm>
            <a:off x="1714127" y="3765537"/>
            <a:ext cx="3114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00B0F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コース選択をリセット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51D719B-1926-78FC-9635-AE78CC95951D}"/>
              </a:ext>
            </a:extLst>
          </p:cNvPr>
          <p:cNvSpPr txBox="1"/>
          <p:nvPr/>
        </p:nvSpPr>
        <p:spPr>
          <a:xfrm>
            <a:off x="5553105" y="3112741"/>
            <a:ext cx="3114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更新状態をリセット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888DB1C-062B-367D-6FE9-337F9402BB0D}"/>
              </a:ext>
            </a:extLst>
          </p:cNvPr>
          <p:cNvSpPr txBox="1"/>
          <p:nvPr/>
        </p:nvSpPr>
        <p:spPr>
          <a:xfrm>
            <a:off x="5553105" y="3765537"/>
            <a:ext cx="3198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00B05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非表示リストをリセット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7BC1837-9EDE-ED30-09F0-6B611DF51448}"/>
              </a:ext>
            </a:extLst>
          </p:cNvPr>
          <p:cNvSpPr txBox="1"/>
          <p:nvPr/>
        </p:nvSpPr>
        <p:spPr>
          <a:xfrm>
            <a:off x="1714128" y="4428364"/>
            <a:ext cx="428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すべての保存データを初期化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260</Words>
  <Application>Microsoft Office PowerPoint</Application>
  <PresentationFormat>ユーザー設定</PresentationFormat>
  <Paragraphs>82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Arial</vt:lpstr>
      <vt:lpstr>HackGen Console NF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LETUS Task Watcher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Screenshots Editable</dc:title>
  <dc:subject>Chrome Web Store editable visual assets</dc:subject>
  <dc:creator>宋　陽</dc:creator>
  <cp:lastModifiedBy>宋　陽</cp:lastModifiedBy>
  <cp:revision>4</cp:revision>
  <dcterms:created xsi:type="dcterms:W3CDTF">2026-06-26T13:10:59Z</dcterms:created>
  <dcterms:modified xsi:type="dcterms:W3CDTF">2026-06-27T15:58:13Z</dcterms:modified>
</cp:coreProperties>
</file>