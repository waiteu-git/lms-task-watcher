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801600" cy="5121275"/>
  <p:notesSz cx="5121275" cy="12801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367E7F-AEE6-406A-950C-FE075206858A}" v="6" dt="2026-06-26T14:40:55.0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85017" autoAdjust="0"/>
  </p:normalViewPr>
  <p:slideViewPr>
    <p:cSldViewPr snapToGrid="0" snapToObjects="1">
      <p:cViewPr varScale="1">
        <p:scale>
          <a:sx n="156" d="100"/>
          <a:sy n="156" d="100"/>
        </p:scale>
        <p:origin x="12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宋　陽" userId="fc41eacb-1e89-46cc-99cc-69273c64d795" providerId="ADAL" clId="{5C6F417B-4E2C-4AA1-8CED-C9B8FB6205EF}"/>
    <pc:docChg chg="undo redo custSel modSld">
      <pc:chgData name="宋　陽" userId="fc41eacb-1e89-46cc-99cc-69273c64d795" providerId="ADAL" clId="{5C6F417B-4E2C-4AA1-8CED-C9B8FB6205EF}" dt="2026-06-26T15:26:48.741" v="756" actId="1076"/>
      <pc:docMkLst>
        <pc:docMk/>
      </pc:docMkLst>
      <pc:sldChg chg="addSp delSp modSp mod">
        <pc:chgData name="宋　陽" userId="fc41eacb-1e89-46cc-99cc-69273c64d795" providerId="ADAL" clId="{5C6F417B-4E2C-4AA1-8CED-C9B8FB6205EF}" dt="2026-06-26T15:26:48.741" v="756" actId="1076"/>
        <pc:sldMkLst>
          <pc:docMk/>
          <pc:sldMk cId="0" sldId="256"/>
        </pc:sldMkLst>
        <pc:spChg chg="add del">
          <ac:chgData name="宋　陽" userId="fc41eacb-1e89-46cc-99cc-69273c64d795" providerId="ADAL" clId="{5C6F417B-4E2C-4AA1-8CED-C9B8FB6205EF}" dt="2026-06-26T15:25:27.731" v="740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4:43:40.267" v="711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4:37:30.802" v="265" actId="1076"/>
          <ac:spMkLst>
            <pc:docMk/>
            <pc:sldMk cId="0" sldId="256"/>
            <ac:spMk id="6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53:55.931" v="725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26:50.617" v="1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26:51.261" v="2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26:50.016" v="0" actId="478"/>
          <ac:spMkLst>
            <pc:docMk/>
            <pc:sldMk cId="0" sldId="256"/>
            <ac:spMk id="15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4:44:30.382" v="716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4:36:07.419" v="248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4:44:26.196" v="714" actId="14100"/>
          <ac:spMkLst>
            <pc:docMk/>
            <pc:sldMk cId="0" sldId="256"/>
            <ac:spMk id="18" creationId="{00000000-0000-0000-0000-000000000000}"/>
          </ac:spMkLst>
        </pc:spChg>
        <pc:spChg chg="del mod">
          <ac:chgData name="宋　陽" userId="fc41eacb-1e89-46cc-99cc-69273c64d795" providerId="ADAL" clId="{5C6F417B-4E2C-4AA1-8CED-C9B8FB6205EF}" dt="2026-06-26T14:34:50.110" v="224" actId="478"/>
          <ac:spMkLst>
            <pc:docMk/>
            <pc:sldMk cId="0" sldId="256"/>
            <ac:spMk id="19" creationId="{00000000-0000-0000-0000-000000000000}"/>
          </ac:spMkLst>
        </pc:spChg>
        <pc:spChg chg="del mod">
          <ac:chgData name="宋　陽" userId="fc41eacb-1e89-46cc-99cc-69273c64d795" providerId="ADAL" clId="{5C6F417B-4E2C-4AA1-8CED-C9B8FB6205EF}" dt="2026-06-26T14:31:07.628" v="43" actId="478"/>
          <ac:spMkLst>
            <pc:docMk/>
            <pc:sldMk cId="0" sldId="256"/>
            <ac:spMk id="20" creationId="{00000000-0000-0000-0000-000000000000}"/>
          </ac:spMkLst>
        </pc:spChg>
        <pc:spChg chg="del mod">
          <ac:chgData name="宋　陽" userId="fc41eacb-1e89-46cc-99cc-69273c64d795" providerId="ADAL" clId="{5C6F417B-4E2C-4AA1-8CED-C9B8FB6205EF}" dt="2026-06-26T14:31:07.193" v="42" actId="478"/>
          <ac:spMkLst>
            <pc:docMk/>
            <pc:sldMk cId="0" sldId="256"/>
            <ac:spMk id="21" creationId="{00000000-0000-0000-0000-000000000000}"/>
          </ac:spMkLst>
        </pc:spChg>
        <pc:spChg chg="del mod">
          <ac:chgData name="宋　陽" userId="fc41eacb-1e89-46cc-99cc-69273c64d795" providerId="ADAL" clId="{5C6F417B-4E2C-4AA1-8CED-C9B8FB6205EF}" dt="2026-06-26T14:31:08.483" v="45" actId="478"/>
          <ac:spMkLst>
            <pc:docMk/>
            <pc:sldMk cId="0" sldId="256"/>
            <ac:spMk id="22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29:00.936" v="32" actId="478"/>
          <ac:spMkLst>
            <pc:docMk/>
            <pc:sldMk cId="0" sldId="256"/>
            <ac:spMk id="23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29:00.936" v="32" actId="478"/>
          <ac:spMkLst>
            <pc:docMk/>
            <pc:sldMk cId="0" sldId="256"/>
            <ac:spMk id="24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4:38:11.243" v="278" actId="1076"/>
          <ac:spMkLst>
            <pc:docMk/>
            <pc:sldMk cId="0" sldId="256"/>
            <ac:spMk id="25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4:44:26.196" v="714" actId="14100"/>
          <ac:spMkLst>
            <pc:docMk/>
            <pc:sldMk cId="0" sldId="256"/>
            <ac:spMk id="27" creationId="{00000000-0000-0000-0000-000000000000}"/>
          </ac:spMkLst>
        </pc:spChg>
        <pc:spChg chg="del mod">
          <ac:chgData name="宋　陽" userId="fc41eacb-1e89-46cc-99cc-69273c64d795" providerId="ADAL" clId="{5C6F417B-4E2C-4AA1-8CED-C9B8FB6205EF}" dt="2026-06-26T14:37:20.831" v="261" actId="478"/>
          <ac:spMkLst>
            <pc:docMk/>
            <pc:sldMk cId="0" sldId="256"/>
            <ac:spMk id="28" creationId="{00000000-0000-0000-0000-000000000000}"/>
          </ac:spMkLst>
        </pc:spChg>
        <pc:spChg chg="del mod">
          <ac:chgData name="宋　陽" userId="fc41eacb-1e89-46cc-99cc-69273c64d795" providerId="ADAL" clId="{5C6F417B-4E2C-4AA1-8CED-C9B8FB6205EF}" dt="2026-06-26T14:31:10.045" v="47" actId="478"/>
          <ac:spMkLst>
            <pc:docMk/>
            <pc:sldMk cId="0" sldId="256"/>
            <ac:spMk id="29" creationId="{00000000-0000-0000-0000-000000000000}"/>
          </ac:spMkLst>
        </pc:spChg>
        <pc:spChg chg="del mod">
          <ac:chgData name="宋　陽" userId="fc41eacb-1e89-46cc-99cc-69273c64d795" providerId="ADAL" clId="{5C6F417B-4E2C-4AA1-8CED-C9B8FB6205EF}" dt="2026-06-26T14:31:10.401" v="48" actId="478"/>
          <ac:spMkLst>
            <pc:docMk/>
            <pc:sldMk cId="0" sldId="256"/>
            <ac:spMk id="30" creationId="{00000000-0000-0000-0000-000000000000}"/>
          </ac:spMkLst>
        </pc:spChg>
        <pc:spChg chg="del mod">
          <ac:chgData name="宋　陽" userId="fc41eacb-1e89-46cc-99cc-69273c64d795" providerId="ADAL" clId="{5C6F417B-4E2C-4AA1-8CED-C9B8FB6205EF}" dt="2026-06-26T14:31:09.049" v="46" actId="478"/>
          <ac:spMkLst>
            <pc:docMk/>
            <pc:sldMk cId="0" sldId="256"/>
            <ac:spMk id="31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29:00.936" v="32" actId="478"/>
          <ac:spMkLst>
            <pc:docMk/>
            <pc:sldMk cId="0" sldId="256"/>
            <ac:spMk id="32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29:00.936" v="32" actId="478"/>
          <ac:spMkLst>
            <pc:docMk/>
            <pc:sldMk cId="0" sldId="256"/>
            <ac:spMk id="33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5:18.760" v="730" actId="478"/>
          <ac:spMkLst>
            <pc:docMk/>
            <pc:sldMk cId="0" sldId="256"/>
            <ac:spMk id="34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5:35.562" v="746" actId="478"/>
          <ac:spMkLst>
            <pc:docMk/>
            <pc:sldMk cId="0" sldId="256"/>
            <ac:spMk id="35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5:31.552" v="742" actId="478"/>
          <ac:spMkLst>
            <pc:docMk/>
            <pc:sldMk cId="0" sldId="256"/>
            <ac:spMk id="36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5:17.836" v="729" actId="478"/>
          <ac:spMkLst>
            <pc:docMk/>
            <pc:sldMk cId="0" sldId="256"/>
            <ac:spMk id="37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5:36.553" v="748" actId="478"/>
          <ac:spMkLst>
            <pc:docMk/>
            <pc:sldMk cId="0" sldId="256"/>
            <ac:spMk id="38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5:36.053" v="747" actId="478"/>
          <ac:spMkLst>
            <pc:docMk/>
            <pc:sldMk cId="0" sldId="256"/>
            <ac:spMk id="40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5:20.768" v="733" actId="478"/>
          <ac:spMkLst>
            <pc:docMk/>
            <pc:sldMk cId="0" sldId="256"/>
            <ac:spMk id="41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5:20.289" v="732" actId="478"/>
          <ac:spMkLst>
            <pc:docMk/>
            <pc:sldMk cId="0" sldId="256"/>
            <ac:spMk id="42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5:19.732" v="731" actId="478"/>
          <ac:spMkLst>
            <pc:docMk/>
            <pc:sldMk cId="0" sldId="256"/>
            <ac:spMk id="43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5:35.093" v="745" actId="478"/>
          <ac:spMkLst>
            <pc:docMk/>
            <pc:sldMk cId="0" sldId="256"/>
            <ac:spMk id="44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5:21.266" v="734" actId="478"/>
          <ac:spMkLst>
            <pc:docMk/>
            <pc:sldMk cId="0" sldId="256"/>
            <ac:spMk id="45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5:23.470" v="736" actId="478"/>
          <ac:spMkLst>
            <pc:docMk/>
            <pc:sldMk cId="0" sldId="256"/>
            <ac:spMk id="46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5:22.840" v="735" actId="478"/>
          <ac:spMkLst>
            <pc:docMk/>
            <pc:sldMk cId="0" sldId="256"/>
            <ac:spMk id="47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5:33.790" v="743" actId="478"/>
          <ac:spMkLst>
            <pc:docMk/>
            <pc:sldMk cId="0" sldId="256"/>
            <ac:spMk id="48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5:23.980" v="737" actId="478"/>
          <ac:spMkLst>
            <pc:docMk/>
            <pc:sldMk cId="0" sldId="256"/>
            <ac:spMk id="49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5:31.090" v="741" actId="478"/>
          <ac:spMkLst>
            <pc:docMk/>
            <pc:sldMk cId="0" sldId="256"/>
            <ac:spMk id="50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5:24.652" v="738" actId="478"/>
          <ac:spMkLst>
            <pc:docMk/>
            <pc:sldMk cId="0" sldId="256"/>
            <ac:spMk id="51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5:25:34.402" v="744" actId="478"/>
          <ac:spMkLst>
            <pc:docMk/>
            <pc:sldMk cId="0" sldId="256"/>
            <ac:spMk id="52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38:46.764" v="287" actId="478"/>
          <ac:spMkLst>
            <pc:docMk/>
            <pc:sldMk cId="0" sldId="256"/>
            <ac:spMk id="53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4:27:16.225" v="6" actId="164"/>
          <ac:spMkLst>
            <pc:docMk/>
            <pc:sldMk cId="0" sldId="256"/>
            <ac:spMk id="54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4:27:16.225" v="6" actId="164"/>
          <ac:spMkLst>
            <pc:docMk/>
            <pc:sldMk cId="0" sldId="256"/>
            <ac:spMk id="55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4:27:16.225" v="6" actId="164"/>
          <ac:spMkLst>
            <pc:docMk/>
            <pc:sldMk cId="0" sldId="256"/>
            <ac:spMk id="56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40:32.916" v="428" actId="478"/>
          <ac:spMkLst>
            <pc:docMk/>
            <pc:sldMk cId="0" sldId="256"/>
            <ac:spMk id="57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28:08.153" v="25" actId="478"/>
          <ac:spMkLst>
            <pc:docMk/>
            <pc:sldMk cId="0" sldId="256"/>
            <ac:spMk id="58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27:18.996" v="7" actId="478"/>
          <ac:spMkLst>
            <pc:docMk/>
            <pc:sldMk cId="0" sldId="256"/>
            <ac:spMk id="59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27:20.002" v="9" actId="478"/>
          <ac:spMkLst>
            <pc:docMk/>
            <pc:sldMk cId="0" sldId="256"/>
            <ac:spMk id="60" creationId="{00000000-0000-0000-0000-000000000000}"/>
          </ac:spMkLst>
        </pc:spChg>
        <pc:spChg chg="del mod">
          <ac:chgData name="宋　陽" userId="fc41eacb-1e89-46cc-99cc-69273c64d795" providerId="ADAL" clId="{5C6F417B-4E2C-4AA1-8CED-C9B8FB6205EF}" dt="2026-06-26T14:27:19.640" v="8" actId="478"/>
          <ac:spMkLst>
            <pc:docMk/>
            <pc:sldMk cId="0" sldId="256"/>
            <ac:spMk id="61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40:32.916" v="428" actId="478"/>
          <ac:spMkLst>
            <pc:docMk/>
            <pc:sldMk cId="0" sldId="256"/>
            <ac:spMk id="62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28:08.725" v="26" actId="478"/>
          <ac:spMkLst>
            <pc:docMk/>
            <pc:sldMk cId="0" sldId="256"/>
            <ac:spMk id="63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27:21.353" v="12" actId="478"/>
          <ac:spMkLst>
            <pc:docMk/>
            <pc:sldMk cId="0" sldId="256"/>
            <ac:spMk id="64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27:21.007" v="11" actId="478"/>
          <ac:spMkLst>
            <pc:docMk/>
            <pc:sldMk cId="0" sldId="256"/>
            <ac:spMk id="65" creationId="{00000000-0000-0000-0000-000000000000}"/>
          </ac:spMkLst>
        </pc:spChg>
        <pc:spChg chg="del mod">
          <ac:chgData name="宋　陽" userId="fc41eacb-1e89-46cc-99cc-69273c64d795" providerId="ADAL" clId="{5C6F417B-4E2C-4AA1-8CED-C9B8FB6205EF}" dt="2026-06-26T14:27:20.679" v="10" actId="478"/>
          <ac:spMkLst>
            <pc:docMk/>
            <pc:sldMk cId="0" sldId="256"/>
            <ac:spMk id="66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40:32.916" v="428" actId="478"/>
          <ac:spMkLst>
            <pc:docMk/>
            <pc:sldMk cId="0" sldId="256"/>
            <ac:spMk id="67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28:09.291" v="27" actId="478"/>
          <ac:spMkLst>
            <pc:docMk/>
            <pc:sldMk cId="0" sldId="256"/>
            <ac:spMk id="68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27:23.307" v="15" actId="478"/>
          <ac:spMkLst>
            <pc:docMk/>
            <pc:sldMk cId="0" sldId="256"/>
            <ac:spMk id="69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27:22.971" v="14" actId="478"/>
          <ac:spMkLst>
            <pc:docMk/>
            <pc:sldMk cId="0" sldId="256"/>
            <ac:spMk id="70" creationId="{00000000-0000-0000-0000-000000000000}"/>
          </ac:spMkLst>
        </pc:spChg>
        <pc:spChg chg="del mod">
          <ac:chgData name="宋　陽" userId="fc41eacb-1e89-46cc-99cc-69273c64d795" providerId="ADAL" clId="{5C6F417B-4E2C-4AA1-8CED-C9B8FB6205EF}" dt="2026-06-26T14:27:22.269" v="13" actId="478"/>
          <ac:spMkLst>
            <pc:docMk/>
            <pc:sldMk cId="0" sldId="256"/>
            <ac:spMk id="71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40:32.916" v="428" actId="478"/>
          <ac:spMkLst>
            <pc:docMk/>
            <pc:sldMk cId="0" sldId="256"/>
            <ac:spMk id="72" creationId="{00000000-0000-0000-0000-000000000000}"/>
          </ac:spMkLst>
        </pc:spChg>
        <pc:spChg chg="del">
          <ac:chgData name="宋　陽" userId="fc41eacb-1e89-46cc-99cc-69273c64d795" providerId="ADAL" clId="{5C6F417B-4E2C-4AA1-8CED-C9B8FB6205EF}" dt="2026-06-26T14:28:09.831" v="28" actId="478"/>
          <ac:spMkLst>
            <pc:docMk/>
            <pc:sldMk cId="0" sldId="256"/>
            <ac:spMk id="73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4:43:25.492" v="705" actId="14100"/>
          <ac:spMkLst>
            <pc:docMk/>
            <pc:sldMk cId="0" sldId="256"/>
            <ac:spMk id="74" creationId="{00000000-0000-0000-0000-000000000000}"/>
          </ac:spMkLst>
        </pc:spChg>
        <pc:spChg chg="mod">
          <ac:chgData name="宋　陽" userId="fc41eacb-1e89-46cc-99cc-69273c64d795" providerId="ADAL" clId="{5C6F417B-4E2C-4AA1-8CED-C9B8FB6205EF}" dt="2026-06-26T14:27:25.511" v="16"/>
          <ac:spMkLst>
            <pc:docMk/>
            <pc:sldMk cId="0" sldId="256"/>
            <ac:spMk id="77" creationId="{DC89F946-0472-23E6-A9DA-560FCA612EA0}"/>
          </ac:spMkLst>
        </pc:spChg>
        <pc:spChg chg="mod">
          <ac:chgData name="宋　陽" userId="fc41eacb-1e89-46cc-99cc-69273c64d795" providerId="ADAL" clId="{5C6F417B-4E2C-4AA1-8CED-C9B8FB6205EF}" dt="2026-06-26T14:27:25.511" v="16"/>
          <ac:spMkLst>
            <pc:docMk/>
            <pc:sldMk cId="0" sldId="256"/>
            <ac:spMk id="78" creationId="{6A6E37A7-6015-E0BB-D58F-5ADCE9BE2592}"/>
          </ac:spMkLst>
        </pc:spChg>
        <pc:spChg chg="mod">
          <ac:chgData name="宋　陽" userId="fc41eacb-1e89-46cc-99cc-69273c64d795" providerId="ADAL" clId="{5C6F417B-4E2C-4AA1-8CED-C9B8FB6205EF}" dt="2026-06-26T14:27:25.511" v="16"/>
          <ac:spMkLst>
            <pc:docMk/>
            <pc:sldMk cId="0" sldId="256"/>
            <ac:spMk id="79" creationId="{CE864F51-9470-1F1C-E7E9-34E56BD69B89}"/>
          </ac:spMkLst>
        </pc:spChg>
        <pc:spChg chg="mod">
          <ac:chgData name="宋　陽" userId="fc41eacb-1e89-46cc-99cc-69273c64d795" providerId="ADAL" clId="{5C6F417B-4E2C-4AA1-8CED-C9B8FB6205EF}" dt="2026-06-26T14:27:33.206" v="18"/>
          <ac:spMkLst>
            <pc:docMk/>
            <pc:sldMk cId="0" sldId="256"/>
            <ac:spMk id="81" creationId="{C5EA0811-95C0-4C2A-0106-F207D831A570}"/>
          </ac:spMkLst>
        </pc:spChg>
        <pc:spChg chg="mod">
          <ac:chgData name="宋　陽" userId="fc41eacb-1e89-46cc-99cc-69273c64d795" providerId="ADAL" clId="{5C6F417B-4E2C-4AA1-8CED-C9B8FB6205EF}" dt="2026-06-26T14:27:33.206" v="18"/>
          <ac:spMkLst>
            <pc:docMk/>
            <pc:sldMk cId="0" sldId="256"/>
            <ac:spMk id="82" creationId="{EC5E5EAC-27DE-AE92-F979-D8F4BC50D6D7}"/>
          </ac:spMkLst>
        </pc:spChg>
        <pc:spChg chg="mod">
          <ac:chgData name="宋　陽" userId="fc41eacb-1e89-46cc-99cc-69273c64d795" providerId="ADAL" clId="{5C6F417B-4E2C-4AA1-8CED-C9B8FB6205EF}" dt="2026-06-26T14:27:33.206" v="18"/>
          <ac:spMkLst>
            <pc:docMk/>
            <pc:sldMk cId="0" sldId="256"/>
            <ac:spMk id="83" creationId="{FCD155C1-B08C-A91A-19C8-156E673B98AC}"/>
          </ac:spMkLst>
        </pc:spChg>
        <pc:spChg chg="mod">
          <ac:chgData name="宋　陽" userId="fc41eacb-1e89-46cc-99cc-69273c64d795" providerId="ADAL" clId="{5C6F417B-4E2C-4AA1-8CED-C9B8FB6205EF}" dt="2026-06-26T14:27:37.529" v="20"/>
          <ac:spMkLst>
            <pc:docMk/>
            <pc:sldMk cId="0" sldId="256"/>
            <ac:spMk id="85" creationId="{BAC40FB6-9746-28D7-2D1F-5F48FE629528}"/>
          </ac:spMkLst>
        </pc:spChg>
        <pc:spChg chg="mod">
          <ac:chgData name="宋　陽" userId="fc41eacb-1e89-46cc-99cc-69273c64d795" providerId="ADAL" clId="{5C6F417B-4E2C-4AA1-8CED-C9B8FB6205EF}" dt="2026-06-26T14:27:37.529" v="20"/>
          <ac:spMkLst>
            <pc:docMk/>
            <pc:sldMk cId="0" sldId="256"/>
            <ac:spMk id="86" creationId="{40DF13A6-784C-48B0-44DF-7EC66C47ACB2}"/>
          </ac:spMkLst>
        </pc:spChg>
        <pc:spChg chg="mod">
          <ac:chgData name="宋　陽" userId="fc41eacb-1e89-46cc-99cc-69273c64d795" providerId="ADAL" clId="{5C6F417B-4E2C-4AA1-8CED-C9B8FB6205EF}" dt="2026-06-26T14:27:37.529" v="20"/>
          <ac:spMkLst>
            <pc:docMk/>
            <pc:sldMk cId="0" sldId="256"/>
            <ac:spMk id="87" creationId="{14661A36-F2EB-CC4D-BF14-4D8CE1E4BF91}"/>
          </ac:spMkLst>
        </pc:spChg>
        <pc:spChg chg="add">
          <ac:chgData name="宋　陽" userId="fc41eacb-1e89-46cc-99cc-69273c64d795" providerId="ADAL" clId="{5C6F417B-4E2C-4AA1-8CED-C9B8FB6205EF}" dt="2026-06-26T14:29:42.380" v="33" actId="22"/>
          <ac:spMkLst>
            <pc:docMk/>
            <pc:sldMk cId="0" sldId="256"/>
            <ac:spMk id="89" creationId="{019EE49C-8081-F749-D994-4CC3DB376D9C}"/>
          </ac:spMkLst>
        </pc:spChg>
        <pc:spChg chg="add del mod">
          <ac:chgData name="宋　陽" userId="fc41eacb-1e89-46cc-99cc-69273c64d795" providerId="ADAL" clId="{5C6F417B-4E2C-4AA1-8CED-C9B8FB6205EF}" dt="2026-06-26T14:54:20.143" v="728" actId="1076"/>
          <ac:spMkLst>
            <pc:docMk/>
            <pc:sldMk cId="0" sldId="256"/>
            <ac:spMk id="91" creationId="{796D4240-854B-1F49-408C-1EF3BF1FD7A7}"/>
          </ac:spMkLst>
        </pc:spChg>
        <pc:spChg chg="mod">
          <ac:chgData name="宋　陽" userId="fc41eacb-1e89-46cc-99cc-69273c64d795" providerId="ADAL" clId="{5C6F417B-4E2C-4AA1-8CED-C9B8FB6205EF}" dt="2026-06-26T14:29:56.621" v="35" actId="1076"/>
          <ac:spMkLst>
            <pc:docMk/>
            <pc:sldMk cId="0" sldId="256"/>
            <ac:spMk id="93" creationId="{0F76E175-87B7-404D-C44A-FDEE852A49CE}"/>
          </ac:spMkLst>
        </pc:spChg>
        <pc:spChg chg="add mod">
          <ac:chgData name="宋　陽" userId="fc41eacb-1e89-46cc-99cc-69273c64d795" providerId="ADAL" clId="{5C6F417B-4E2C-4AA1-8CED-C9B8FB6205EF}" dt="2026-06-26T14:29:56.621" v="35" actId="1076"/>
          <ac:spMkLst>
            <pc:docMk/>
            <pc:sldMk cId="0" sldId="256"/>
            <ac:spMk id="95" creationId="{A62FB29C-59AE-B5F5-D41C-EF9F7B1505DF}"/>
          </ac:spMkLst>
        </pc:spChg>
        <pc:spChg chg="add mod">
          <ac:chgData name="宋　陽" userId="fc41eacb-1e89-46cc-99cc-69273c64d795" providerId="ADAL" clId="{5C6F417B-4E2C-4AA1-8CED-C9B8FB6205EF}" dt="2026-06-26T14:29:56.621" v="35" actId="1076"/>
          <ac:spMkLst>
            <pc:docMk/>
            <pc:sldMk cId="0" sldId="256"/>
            <ac:spMk id="97" creationId="{8DED91DA-A289-754A-567E-460EE5EC5A7A}"/>
          </ac:spMkLst>
        </pc:spChg>
        <pc:spChg chg="add mod">
          <ac:chgData name="宋　陽" userId="fc41eacb-1e89-46cc-99cc-69273c64d795" providerId="ADAL" clId="{5C6F417B-4E2C-4AA1-8CED-C9B8FB6205EF}" dt="2026-06-26T14:44:53.371" v="721" actId="1076"/>
          <ac:spMkLst>
            <pc:docMk/>
            <pc:sldMk cId="0" sldId="256"/>
            <ac:spMk id="99" creationId="{75D8B365-1BCF-EA18-872D-634ECEE946EB}"/>
          </ac:spMkLst>
        </pc:spChg>
        <pc:spChg chg="add mod">
          <ac:chgData name="宋　陽" userId="fc41eacb-1e89-46cc-99cc-69273c64d795" providerId="ADAL" clId="{5C6F417B-4E2C-4AA1-8CED-C9B8FB6205EF}" dt="2026-06-26T14:44:47.841" v="720" actId="1076"/>
          <ac:spMkLst>
            <pc:docMk/>
            <pc:sldMk cId="0" sldId="256"/>
            <ac:spMk id="101" creationId="{8108500E-E069-2CAF-B110-9C6D70672FC0}"/>
          </ac:spMkLst>
        </pc:spChg>
        <pc:spChg chg="add del mod">
          <ac:chgData name="宋　陽" userId="fc41eacb-1e89-46cc-99cc-69273c64d795" providerId="ADAL" clId="{5C6F417B-4E2C-4AA1-8CED-C9B8FB6205EF}" dt="2026-06-26T14:44:26.196" v="714" actId="14100"/>
          <ac:spMkLst>
            <pc:docMk/>
            <pc:sldMk cId="0" sldId="256"/>
            <ac:spMk id="103" creationId="{59572ECA-BC85-01CB-22A9-F869F0BB39CC}"/>
          </ac:spMkLst>
        </pc:spChg>
        <pc:spChg chg="mod">
          <ac:chgData name="宋　陽" userId="fc41eacb-1e89-46cc-99cc-69273c64d795" providerId="ADAL" clId="{5C6F417B-4E2C-4AA1-8CED-C9B8FB6205EF}" dt="2026-06-26T14:38:14.620" v="279" actId="1076"/>
          <ac:spMkLst>
            <pc:docMk/>
            <pc:sldMk cId="0" sldId="256"/>
            <ac:spMk id="105" creationId="{B15386C8-C220-383B-B8EC-9623B10D1699}"/>
          </ac:spMkLst>
        </pc:spChg>
        <pc:spChg chg="add mod">
          <ac:chgData name="宋　陽" userId="fc41eacb-1e89-46cc-99cc-69273c64d795" providerId="ADAL" clId="{5C6F417B-4E2C-4AA1-8CED-C9B8FB6205EF}" dt="2026-06-26T14:29:56.621" v="35" actId="1076"/>
          <ac:spMkLst>
            <pc:docMk/>
            <pc:sldMk cId="0" sldId="256"/>
            <ac:spMk id="107" creationId="{6C33930E-65EA-95F6-EE79-061308D72329}"/>
          </ac:spMkLst>
        </pc:spChg>
        <pc:spChg chg="add mod">
          <ac:chgData name="宋　陽" userId="fc41eacb-1e89-46cc-99cc-69273c64d795" providerId="ADAL" clId="{5C6F417B-4E2C-4AA1-8CED-C9B8FB6205EF}" dt="2026-06-26T14:29:56.621" v="35" actId="1076"/>
          <ac:spMkLst>
            <pc:docMk/>
            <pc:sldMk cId="0" sldId="256"/>
            <ac:spMk id="109" creationId="{3009D4F3-D43F-E227-3FDF-396A301365BF}"/>
          </ac:spMkLst>
        </pc:spChg>
        <pc:spChg chg="add mod">
          <ac:chgData name="宋　陽" userId="fc41eacb-1e89-46cc-99cc-69273c64d795" providerId="ADAL" clId="{5C6F417B-4E2C-4AA1-8CED-C9B8FB6205EF}" dt="2026-06-26T14:29:56.621" v="35" actId="1076"/>
          <ac:spMkLst>
            <pc:docMk/>
            <pc:sldMk cId="0" sldId="256"/>
            <ac:spMk id="111" creationId="{F3CCBA60-9EC7-564A-186D-A65AE55577A8}"/>
          </ac:spMkLst>
        </pc:spChg>
        <pc:spChg chg="add mod">
          <ac:chgData name="宋　陽" userId="fc41eacb-1e89-46cc-99cc-69273c64d795" providerId="ADAL" clId="{5C6F417B-4E2C-4AA1-8CED-C9B8FB6205EF}" dt="2026-06-26T14:44:26.196" v="714" actId="14100"/>
          <ac:spMkLst>
            <pc:docMk/>
            <pc:sldMk cId="0" sldId="256"/>
            <ac:spMk id="113" creationId="{9E803D05-42FD-39F1-EA0E-979D6931D33D}"/>
          </ac:spMkLst>
        </pc:spChg>
        <pc:spChg chg="add mod ord">
          <ac:chgData name="宋　陽" userId="fc41eacb-1e89-46cc-99cc-69273c64d795" providerId="ADAL" clId="{5C6F417B-4E2C-4AA1-8CED-C9B8FB6205EF}" dt="2026-06-26T14:37:58.485" v="273" actId="1076"/>
          <ac:spMkLst>
            <pc:docMk/>
            <pc:sldMk cId="0" sldId="256"/>
            <ac:spMk id="115" creationId="{0DDB6DFD-F99B-8434-A8CE-0978A77FD167}"/>
          </ac:spMkLst>
        </pc:spChg>
        <pc:spChg chg="add del mod">
          <ac:chgData name="宋　陽" userId="fc41eacb-1e89-46cc-99cc-69273c64d795" providerId="ADAL" clId="{5C6F417B-4E2C-4AA1-8CED-C9B8FB6205EF}" dt="2026-06-26T14:37:15.581" v="258" actId="478"/>
          <ac:spMkLst>
            <pc:docMk/>
            <pc:sldMk cId="0" sldId="256"/>
            <ac:spMk id="117" creationId="{8A332CA1-9C8C-677B-40B7-825B99C581AC}"/>
          </ac:spMkLst>
        </pc:spChg>
        <pc:spChg chg="add del mod">
          <ac:chgData name="宋　陽" userId="fc41eacb-1e89-46cc-99cc-69273c64d795" providerId="ADAL" clId="{5C6F417B-4E2C-4AA1-8CED-C9B8FB6205EF}" dt="2026-06-26T14:44:26.196" v="714" actId="14100"/>
          <ac:spMkLst>
            <pc:docMk/>
            <pc:sldMk cId="0" sldId="256"/>
            <ac:spMk id="119" creationId="{39C2D396-4BD9-1B49-1ACA-2D6147E177B1}"/>
          </ac:spMkLst>
        </pc:spChg>
        <pc:spChg chg="add del">
          <ac:chgData name="宋　陽" userId="fc41eacb-1e89-46cc-99cc-69273c64d795" providerId="ADAL" clId="{5C6F417B-4E2C-4AA1-8CED-C9B8FB6205EF}" dt="2026-06-26T14:35:02.951" v="226" actId="22"/>
          <ac:spMkLst>
            <pc:docMk/>
            <pc:sldMk cId="0" sldId="256"/>
            <ac:spMk id="121" creationId="{AE91F779-5C65-20C3-D80C-859CD0440AB2}"/>
          </ac:spMkLst>
        </pc:spChg>
        <pc:spChg chg="add del mod">
          <ac:chgData name="宋　陽" userId="fc41eacb-1e89-46cc-99cc-69273c64d795" providerId="ADAL" clId="{5C6F417B-4E2C-4AA1-8CED-C9B8FB6205EF}" dt="2026-06-26T14:44:26.196" v="714" actId="14100"/>
          <ac:spMkLst>
            <pc:docMk/>
            <pc:sldMk cId="0" sldId="256"/>
            <ac:spMk id="123" creationId="{A9922CB1-6353-7FC9-B53E-592EAC942258}"/>
          </ac:spMkLst>
        </pc:spChg>
        <pc:spChg chg="add del">
          <ac:chgData name="宋　陽" userId="fc41eacb-1e89-46cc-99cc-69273c64d795" providerId="ADAL" clId="{5C6F417B-4E2C-4AA1-8CED-C9B8FB6205EF}" dt="2026-06-26T14:37:43.718" v="270" actId="22"/>
          <ac:spMkLst>
            <pc:docMk/>
            <pc:sldMk cId="0" sldId="256"/>
            <ac:spMk id="125" creationId="{9EA3FA3A-D7D3-98EC-9FD7-8C45293956B1}"/>
          </ac:spMkLst>
        </pc:spChg>
        <pc:spChg chg="add del">
          <ac:chgData name="宋　陽" userId="fc41eacb-1e89-46cc-99cc-69273c64d795" providerId="ADAL" clId="{5C6F417B-4E2C-4AA1-8CED-C9B8FB6205EF}" dt="2026-06-26T14:37:43.718" v="270" actId="22"/>
          <ac:spMkLst>
            <pc:docMk/>
            <pc:sldMk cId="0" sldId="256"/>
            <ac:spMk id="127" creationId="{52E3CF48-3112-005D-998B-2B1DE4BB21A9}"/>
          </ac:spMkLst>
        </pc:spChg>
        <pc:spChg chg="add del">
          <ac:chgData name="宋　陽" userId="fc41eacb-1e89-46cc-99cc-69273c64d795" providerId="ADAL" clId="{5C6F417B-4E2C-4AA1-8CED-C9B8FB6205EF}" dt="2026-06-26T14:37:43.718" v="270" actId="22"/>
          <ac:spMkLst>
            <pc:docMk/>
            <pc:sldMk cId="0" sldId="256"/>
            <ac:spMk id="129" creationId="{DAAF534C-0BD7-7E3E-40BE-460A8419B062}"/>
          </ac:spMkLst>
        </pc:spChg>
        <pc:spChg chg="add del">
          <ac:chgData name="宋　陽" userId="fc41eacb-1e89-46cc-99cc-69273c64d795" providerId="ADAL" clId="{5C6F417B-4E2C-4AA1-8CED-C9B8FB6205EF}" dt="2026-06-26T14:37:43.718" v="270" actId="22"/>
          <ac:spMkLst>
            <pc:docMk/>
            <pc:sldMk cId="0" sldId="256"/>
            <ac:spMk id="131" creationId="{6E312156-5D1F-1C63-0DB5-80BE47EA28CA}"/>
          </ac:spMkLst>
        </pc:spChg>
        <pc:spChg chg="add mod">
          <ac:chgData name="宋　陽" userId="fc41eacb-1e89-46cc-99cc-69273c64d795" providerId="ADAL" clId="{5C6F417B-4E2C-4AA1-8CED-C9B8FB6205EF}" dt="2026-06-26T14:44:26.196" v="714" actId="14100"/>
          <ac:spMkLst>
            <pc:docMk/>
            <pc:sldMk cId="0" sldId="256"/>
            <ac:spMk id="133" creationId="{FBAAEF68-2595-3C64-A7BF-670D469B13A2}"/>
          </ac:spMkLst>
        </pc:spChg>
        <pc:spChg chg="add mod">
          <ac:chgData name="宋　陽" userId="fc41eacb-1e89-46cc-99cc-69273c64d795" providerId="ADAL" clId="{5C6F417B-4E2C-4AA1-8CED-C9B8FB6205EF}" dt="2026-06-26T14:44:26.196" v="714" actId="14100"/>
          <ac:spMkLst>
            <pc:docMk/>
            <pc:sldMk cId="0" sldId="256"/>
            <ac:spMk id="135" creationId="{D4B765ED-A5CA-C882-A670-691A64868F48}"/>
          </ac:spMkLst>
        </pc:spChg>
        <pc:spChg chg="add mod">
          <ac:chgData name="宋　陽" userId="fc41eacb-1e89-46cc-99cc-69273c64d795" providerId="ADAL" clId="{5C6F417B-4E2C-4AA1-8CED-C9B8FB6205EF}" dt="2026-06-26T14:40:47.280" v="430" actId="2711"/>
          <ac:spMkLst>
            <pc:docMk/>
            <pc:sldMk cId="0" sldId="256"/>
            <ac:spMk id="136" creationId="{33DCDC20-81E5-F976-B044-DF76D285B3C1}"/>
          </ac:spMkLst>
        </pc:spChg>
        <pc:spChg chg="add mod">
          <ac:chgData name="宋　陽" userId="fc41eacb-1e89-46cc-99cc-69273c64d795" providerId="ADAL" clId="{5C6F417B-4E2C-4AA1-8CED-C9B8FB6205EF}" dt="2026-06-26T14:41:20.639" v="481" actId="2711"/>
          <ac:spMkLst>
            <pc:docMk/>
            <pc:sldMk cId="0" sldId="256"/>
            <ac:spMk id="137" creationId="{1C316F3B-428E-A4B6-72F6-6DFA4325017A}"/>
          </ac:spMkLst>
        </pc:spChg>
        <pc:spChg chg="add mod">
          <ac:chgData name="宋　陽" userId="fc41eacb-1e89-46cc-99cc-69273c64d795" providerId="ADAL" clId="{5C6F417B-4E2C-4AA1-8CED-C9B8FB6205EF}" dt="2026-06-26T14:42:02.685" v="536" actId="20577"/>
          <ac:spMkLst>
            <pc:docMk/>
            <pc:sldMk cId="0" sldId="256"/>
            <ac:spMk id="139" creationId="{99736B3A-8B60-9906-D805-CC462E0D940C}"/>
          </ac:spMkLst>
        </pc:spChg>
        <pc:spChg chg="add mod">
          <ac:chgData name="宋　陽" userId="fc41eacb-1e89-46cc-99cc-69273c64d795" providerId="ADAL" clId="{5C6F417B-4E2C-4AA1-8CED-C9B8FB6205EF}" dt="2026-06-26T14:42:22.299" v="589" actId="20577"/>
          <ac:spMkLst>
            <pc:docMk/>
            <pc:sldMk cId="0" sldId="256"/>
            <ac:spMk id="141" creationId="{18FEF037-46EC-EF21-BD7C-7E3C78C5C169}"/>
          </ac:spMkLst>
        </pc:spChg>
        <pc:spChg chg="add mod">
          <ac:chgData name="宋　陽" userId="fc41eacb-1e89-46cc-99cc-69273c64d795" providerId="ADAL" clId="{5C6F417B-4E2C-4AA1-8CED-C9B8FB6205EF}" dt="2026-06-26T14:42:56.952" v="666" actId="20577"/>
          <ac:spMkLst>
            <pc:docMk/>
            <pc:sldMk cId="0" sldId="256"/>
            <ac:spMk id="143" creationId="{E789F2F4-511B-FE5E-BF08-24122C07CC3C}"/>
          </ac:spMkLst>
        </pc:spChg>
        <pc:spChg chg="add mod">
          <ac:chgData name="宋　陽" userId="fc41eacb-1e89-46cc-99cc-69273c64d795" providerId="ADAL" clId="{5C6F417B-4E2C-4AA1-8CED-C9B8FB6205EF}" dt="2026-06-26T14:43:54.775" v="713" actId="207"/>
          <ac:spMkLst>
            <pc:docMk/>
            <pc:sldMk cId="0" sldId="256"/>
            <ac:spMk id="145" creationId="{0269AF0F-FD36-E7CB-F432-A64271013B6D}"/>
          </ac:spMkLst>
        </pc:spChg>
        <pc:grpChg chg="add mod">
          <ac:chgData name="宋　陽" userId="fc41eacb-1e89-46cc-99cc-69273c64d795" providerId="ADAL" clId="{5C6F417B-4E2C-4AA1-8CED-C9B8FB6205EF}" dt="2026-06-26T14:28:03.602" v="24" actId="1076"/>
          <ac:grpSpMkLst>
            <pc:docMk/>
            <pc:sldMk cId="0" sldId="256"/>
            <ac:grpSpMk id="75" creationId="{5BCBBD79-E2EA-61C2-5207-51C7EF24099D}"/>
          </ac:grpSpMkLst>
        </pc:grpChg>
        <pc:grpChg chg="add mod">
          <ac:chgData name="宋　陽" userId="fc41eacb-1e89-46cc-99cc-69273c64d795" providerId="ADAL" clId="{5C6F417B-4E2C-4AA1-8CED-C9B8FB6205EF}" dt="2026-06-26T14:27:57.083" v="23" actId="1076"/>
          <ac:grpSpMkLst>
            <pc:docMk/>
            <pc:sldMk cId="0" sldId="256"/>
            <ac:grpSpMk id="76" creationId="{C40DC71B-A3B2-DF23-FF5F-C63B0846267D}"/>
          </ac:grpSpMkLst>
        </pc:grpChg>
        <pc:grpChg chg="add mod">
          <ac:chgData name="宋　陽" userId="fc41eacb-1e89-46cc-99cc-69273c64d795" providerId="ADAL" clId="{5C6F417B-4E2C-4AA1-8CED-C9B8FB6205EF}" dt="2026-06-26T14:27:48.212" v="22" actId="1076"/>
          <ac:grpSpMkLst>
            <pc:docMk/>
            <pc:sldMk cId="0" sldId="256"/>
            <ac:grpSpMk id="80" creationId="{CE863634-7EFC-4408-5BBE-DD897C8A5C5A}"/>
          </ac:grpSpMkLst>
        </pc:grpChg>
        <pc:grpChg chg="add mod">
          <ac:chgData name="宋　陽" userId="fc41eacb-1e89-46cc-99cc-69273c64d795" providerId="ADAL" clId="{5C6F417B-4E2C-4AA1-8CED-C9B8FB6205EF}" dt="2026-06-26T14:27:43.035" v="21" actId="1076"/>
          <ac:grpSpMkLst>
            <pc:docMk/>
            <pc:sldMk cId="0" sldId="256"/>
            <ac:grpSpMk id="84" creationId="{3DBD327A-4430-5B67-38FA-59870B029A4A}"/>
          </ac:grpSpMkLst>
        </pc:grpChg>
        <pc:picChg chg="add mod">
          <ac:chgData name="宋　陽" userId="fc41eacb-1e89-46cc-99cc-69273c64d795" providerId="ADAL" clId="{5C6F417B-4E2C-4AA1-8CED-C9B8FB6205EF}" dt="2026-06-26T15:26:48.741" v="756" actId="1076"/>
          <ac:picMkLst>
            <pc:docMk/>
            <pc:sldMk cId="0" sldId="256"/>
            <ac:picMk id="11" creationId="{9F5C55CD-0A61-4B86-DDB2-B54E568CC57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956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00" cy="512064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-2816352" y="-2457907"/>
            <a:ext cx="10753344" cy="6452006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60720" y="-1792224"/>
            <a:ext cx="10241280" cy="6093562"/>
          </a:xfrm>
          <a:prstGeom prst="ellipse">
            <a:avLst/>
          </a:prstGeom>
          <a:solidFill>
            <a:srgbClr val="0EA5E9">
              <a:alpha val="25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328416" y="2969971"/>
            <a:ext cx="9217152" cy="3942893"/>
          </a:xfrm>
          <a:prstGeom prst="ellipse">
            <a:avLst/>
          </a:prstGeom>
          <a:solidFill>
            <a:srgbClr val="8B5CF6">
              <a:alpha val="16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40080" y="640080"/>
            <a:ext cx="45262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60120" y="960120"/>
            <a:ext cx="38862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143000" y="1069848"/>
            <a:ext cx="1188720" cy="310896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60120" y="1627632"/>
            <a:ext cx="1097280" cy="713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2258568" y="1627632"/>
            <a:ext cx="1097280" cy="713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3557016" y="1627632"/>
            <a:ext cx="1097280" cy="713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960120" y="2633472"/>
            <a:ext cx="3886200" cy="80467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1143000" y="2700613"/>
            <a:ext cx="896112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3822192" y="2700613"/>
            <a:ext cx="896112" cy="27432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960120" y="3611880"/>
            <a:ext cx="38862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1143000" y="3776472"/>
            <a:ext cx="896112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3822192" y="3679021"/>
            <a:ext cx="896112" cy="2743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6733824" y="1006754"/>
            <a:ext cx="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75" name="グループ化 74">
            <a:extLst>
              <a:ext uri="{FF2B5EF4-FFF2-40B4-BE49-F238E27FC236}">
                <a16:creationId xmlns:a16="http://schemas.microsoft.com/office/drawing/2014/main" id="{5BCBBD79-E2EA-61C2-5207-51C7EF24099D}"/>
              </a:ext>
            </a:extLst>
          </p:cNvPr>
          <p:cNvGrpSpPr/>
          <p:nvPr/>
        </p:nvGrpSpPr>
        <p:grpSpPr>
          <a:xfrm>
            <a:off x="7351776" y="2567176"/>
            <a:ext cx="291694" cy="291694"/>
            <a:chOff x="7360920" y="2560320"/>
            <a:chExt cx="291694" cy="291694"/>
          </a:xfrm>
        </p:grpSpPr>
        <p:sp>
          <p:nvSpPr>
            <p:cNvPr id="54" name="Shape 52"/>
            <p:cNvSpPr/>
            <p:nvPr/>
          </p:nvSpPr>
          <p:spPr>
            <a:xfrm>
              <a:off x="7360920" y="2560320"/>
              <a:ext cx="291694" cy="291694"/>
            </a:xfrm>
            <a:prstGeom prst="roundRect">
              <a:avLst/>
            </a:prstGeom>
            <a:solidFill>
              <a:srgbClr val="ECFDF5"/>
            </a:solidFill>
            <a:ln w="12700">
              <a:solidFill>
                <a:srgbClr val="ECFDF5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5" name="Shape 53"/>
            <p:cNvSpPr/>
            <p:nvPr/>
          </p:nvSpPr>
          <p:spPr>
            <a:xfrm>
              <a:off x="7427214" y="2719426"/>
              <a:ext cx="66294" cy="66294"/>
            </a:xfrm>
            <a:prstGeom prst="line">
              <a:avLst/>
            </a:prstGeom>
            <a:noFill/>
            <a:ln w="254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6" name="Shape 54"/>
            <p:cNvSpPr/>
            <p:nvPr/>
          </p:nvSpPr>
          <p:spPr>
            <a:xfrm flipV="1">
              <a:off x="7480249" y="2662732"/>
              <a:ext cx="106070" cy="122988"/>
            </a:xfrm>
            <a:prstGeom prst="line">
              <a:avLst/>
            </a:prstGeom>
            <a:noFill/>
            <a:ln w="254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Shape 72"/>
          <p:cNvSpPr/>
          <p:nvPr/>
        </p:nvSpPr>
        <p:spPr>
          <a:xfrm>
            <a:off x="7351775" y="4553712"/>
            <a:ext cx="4234307" cy="384048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C40DC71B-A3B2-DF23-FF5F-C63B0846267D}"/>
              </a:ext>
            </a:extLst>
          </p:cNvPr>
          <p:cNvGrpSpPr/>
          <p:nvPr/>
        </p:nvGrpSpPr>
        <p:grpSpPr>
          <a:xfrm>
            <a:off x="7350404" y="3063697"/>
            <a:ext cx="291694" cy="291694"/>
            <a:chOff x="7360920" y="2560320"/>
            <a:chExt cx="291694" cy="291694"/>
          </a:xfrm>
        </p:grpSpPr>
        <p:sp>
          <p:nvSpPr>
            <p:cNvPr id="77" name="Shape 52">
              <a:extLst>
                <a:ext uri="{FF2B5EF4-FFF2-40B4-BE49-F238E27FC236}">
                  <a16:creationId xmlns:a16="http://schemas.microsoft.com/office/drawing/2014/main" id="{DC89F946-0472-23E6-A9DA-560FCA612EA0}"/>
                </a:ext>
              </a:extLst>
            </p:cNvPr>
            <p:cNvSpPr/>
            <p:nvPr/>
          </p:nvSpPr>
          <p:spPr>
            <a:xfrm>
              <a:off x="7360920" y="2560320"/>
              <a:ext cx="291694" cy="291694"/>
            </a:xfrm>
            <a:prstGeom prst="roundRect">
              <a:avLst/>
            </a:prstGeom>
            <a:solidFill>
              <a:srgbClr val="ECFDF5"/>
            </a:solidFill>
            <a:ln w="12700">
              <a:solidFill>
                <a:srgbClr val="ECFDF5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8" name="Shape 53">
              <a:extLst>
                <a:ext uri="{FF2B5EF4-FFF2-40B4-BE49-F238E27FC236}">
                  <a16:creationId xmlns:a16="http://schemas.microsoft.com/office/drawing/2014/main" id="{6A6E37A7-6015-E0BB-D58F-5ADCE9BE2592}"/>
                </a:ext>
              </a:extLst>
            </p:cNvPr>
            <p:cNvSpPr/>
            <p:nvPr/>
          </p:nvSpPr>
          <p:spPr>
            <a:xfrm>
              <a:off x="7427214" y="2719426"/>
              <a:ext cx="66294" cy="66294"/>
            </a:xfrm>
            <a:prstGeom prst="line">
              <a:avLst/>
            </a:prstGeom>
            <a:noFill/>
            <a:ln w="254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9" name="Shape 54">
              <a:extLst>
                <a:ext uri="{FF2B5EF4-FFF2-40B4-BE49-F238E27FC236}">
                  <a16:creationId xmlns:a16="http://schemas.microsoft.com/office/drawing/2014/main" id="{CE864F51-9470-1F1C-E7E9-34E56BD69B89}"/>
                </a:ext>
              </a:extLst>
            </p:cNvPr>
            <p:cNvSpPr/>
            <p:nvPr/>
          </p:nvSpPr>
          <p:spPr>
            <a:xfrm flipV="1">
              <a:off x="7480249" y="2662732"/>
              <a:ext cx="106070" cy="122988"/>
            </a:xfrm>
            <a:prstGeom prst="line">
              <a:avLst/>
            </a:prstGeom>
            <a:noFill/>
            <a:ln w="254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80" name="グループ化 79">
            <a:extLst>
              <a:ext uri="{FF2B5EF4-FFF2-40B4-BE49-F238E27FC236}">
                <a16:creationId xmlns:a16="http://schemas.microsoft.com/office/drawing/2014/main" id="{CE863634-7EFC-4408-5BBE-DD897C8A5C5A}"/>
              </a:ext>
            </a:extLst>
          </p:cNvPr>
          <p:cNvGrpSpPr/>
          <p:nvPr/>
        </p:nvGrpSpPr>
        <p:grpSpPr>
          <a:xfrm>
            <a:off x="7351776" y="3548433"/>
            <a:ext cx="291694" cy="291694"/>
            <a:chOff x="7360920" y="2560320"/>
            <a:chExt cx="291694" cy="291694"/>
          </a:xfrm>
        </p:grpSpPr>
        <p:sp>
          <p:nvSpPr>
            <p:cNvPr id="81" name="Shape 52">
              <a:extLst>
                <a:ext uri="{FF2B5EF4-FFF2-40B4-BE49-F238E27FC236}">
                  <a16:creationId xmlns:a16="http://schemas.microsoft.com/office/drawing/2014/main" id="{C5EA0811-95C0-4C2A-0106-F207D831A570}"/>
                </a:ext>
              </a:extLst>
            </p:cNvPr>
            <p:cNvSpPr/>
            <p:nvPr/>
          </p:nvSpPr>
          <p:spPr>
            <a:xfrm>
              <a:off x="7360920" y="2560320"/>
              <a:ext cx="291694" cy="291694"/>
            </a:xfrm>
            <a:prstGeom prst="roundRect">
              <a:avLst/>
            </a:prstGeom>
            <a:solidFill>
              <a:srgbClr val="ECFDF5"/>
            </a:solidFill>
            <a:ln w="12700">
              <a:solidFill>
                <a:srgbClr val="ECFDF5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2" name="Shape 53">
              <a:extLst>
                <a:ext uri="{FF2B5EF4-FFF2-40B4-BE49-F238E27FC236}">
                  <a16:creationId xmlns:a16="http://schemas.microsoft.com/office/drawing/2014/main" id="{EC5E5EAC-27DE-AE92-F979-D8F4BC50D6D7}"/>
                </a:ext>
              </a:extLst>
            </p:cNvPr>
            <p:cNvSpPr/>
            <p:nvPr/>
          </p:nvSpPr>
          <p:spPr>
            <a:xfrm>
              <a:off x="7427214" y="2719426"/>
              <a:ext cx="66294" cy="66294"/>
            </a:xfrm>
            <a:prstGeom prst="line">
              <a:avLst/>
            </a:prstGeom>
            <a:noFill/>
            <a:ln w="254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Shape 54">
              <a:extLst>
                <a:ext uri="{FF2B5EF4-FFF2-40B4-BE49-F238E27FC236}">
                  <a16:creationId xmlns:a16="http://schemas.microsoft.com/office/drawing/2014/main" id="{FCD155C1-B08C-A91A-19C8-156E673B98AC}"/>
                </a:ext>
              </a:extLst>
            </p:cNvPr>
            <p:cNvSpPr/>
            <p:nvPr/>
          </p:nvSpPr>
          <p:spPr>
            <a:xfrm flipV="1">
              <a:off x="7480249" y="2662732"/>
              <a:ext cx="106070" cy="122988"/>
            </a:xfrm>
            <a:prstGeom prst="line">
              <a:avLst/>
            </a:prstGeom>
            <a:noFill/>
            <a:ln w="254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84" name="グループ化 83">
            <a:extLst>
              <a:ext uri="{FF2B5EF4-FFF2-40B4-BE49-F238E27FC236}">
                <a16:creationId xmlns:a16="http://schemas.microsoft.com/office/drawing/2014/main" id="{3DBD327A-4430-5B67-38FA-59870B029A4A}"/>
              </a:ext>
            </a:extLst>
          </p:cNvPr>
          <p:cNvGrpSpPr/>
          <p:nvPr/>
        </p:nvGrpSpPr>
        <p:grpSpPr>
          <a:xfrm>
            <a:off x="7351776" y="4042117"/>
            <a:ext cx="291694" cy="291694"/>
            <a:chOff x="7360920" y="2560320"/>
            <a:chExt cx="291694" cy="291694"/>
          </a:xfrm>
        </p:grpSpPr>
        <p:sp>
          <p:nvSpPr>
            <p:cNvPr id="85" name="Shape 52">
              <a:extLst>
                <a:ext uri="{FF2B5EF4-FFF2-40B4-BE49-F238E27FC236}">
                  <a16:creationId xmlns:a16="http://schemas.microsoft.com/office/drawing/2014/main" id="{BAC40FB6-9746-28D7-2D1F-5F48FE629528}"/>
                </a:ext>
              </a:extLst>
            </p:cNvPr>
            <p:cNvSpPr/>
            <p:nvPr/>
          </p:nvSpPr>
          <p:spPr>
            <a:xfrm>
              <a:off x="7360920" y="2560320"/>
              <a:ext cx="291694" cy="291694"/>
            </a:xfrm>
            <a:prstGeom prst="roundRect">
              <a:avLst/>
            </a:prstGeom>
            <a:solidFill>
              <a:srgbClr val="ECFDF5"/>
            </a:solidFill>
            <a:ln w="12700">
              <a:solidFill>
                <a:srgbClr val="ECFDF5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6" name="Shape 53">
              <a:extLst>
                <a:ext uri="{FF2B5EF4-FFF2-40B4-BE49-F238E27FC236}">
                  <a16:creationId xmlns:a16="http://schemas.microsoft.com/office/drawing/2014/main" id="{40DF13A6-784C-48B0-44DF-7EC66C47ACB2}"/>
                </a:ext>
              </a:extLst>
            </p:cNvPr>
            <p:cNvSpPr/>
            <p:nvPr/>
          </p:nvSpPr>
          <p:spPr>
            <a:xfrm>
              <a:off x="7427214" y="2719426"/>
              <a:ext cx="66294" cy="66294"/>
            </a:xfrm>
            <a:prstGeom prst="line">
              <a:avLst/>
            </a:prstGeom>
            <a:noFill/>
            <a:ln w="254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7" name="Shape 54">
              <a:extLst>
                <a:ext uri="{FF2B5EF4-FFF2-40B4-BE49-F238E27FC236}">
                  <a16:creationId xmlns:a16="http://schemas.microsoft.com/office/drawing/2014/main" id="{14661A36-F2EB-CC4D-BF14-4D8CE1E4BF91}"/>
                </a:ext>
              </a:extLst>
            </p:cNvPr>
            <p:cNvSpPr/>
            <p:nvPr/>
          </p:nvSpPr>
          <p:spPr>
            <a:xfrm flipV="1">
              <a:off x="7480249" y="2662732"/>
              <a:ext cx="106070" cy="122988"/>
            </a:xfrm>
            <a:prstGeom prst="line">
              <a:avLst/>
            </a:prstGeom>
            <a:noFill/>
            <a:ln w="254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019EE49C-8081-F749-D994-4CC3DB376D9C}"/>
              </a:ext>
            </a:extLst>
          </p:cNvPr>
          <p:cNvSpPr txBox="1"/>
          <p:nvPr/>
        </p:nvSpPr>
        <p:spPr>
          <a:xfrm>
            <a:off x="1115926" y="1068567"/>
            <a:ext cx="1234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dirty="0">
                <a:solidFill>
                  <a:srgbClr val="6600FF"/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今すぐ更新</a:t>
            </a: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796D4240-854B-1F49-408C-1EF3BF1FD7A7}"/>
              </a:ext>
            </a:extLst>
          </p:cNvPr>
          <p:cNvSpPr txBox="1"/>
          <p:nvPr/>
        </p:nvSpPr>
        <p:spPr>
          <a:xfrm>
            <a:off x="2560320" y="1101092"/>
            <a:ext cx="1234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/>
              <a:t>前回</a:t>
            </a:r>
            <a:r>
              <a:rPr lang="en-US" altLang="ja-JP" sz="1400" dirty="0"/>
              <a:t>:18</a:t>
            </a:r>
            <a:r>
              <a:rPr lang="ja-JP" altLang="en-US" sz="1400" dirty="0"/>
              <a:t>分前</a:t>
            </a: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0F76E175-87B7-404D-C44A-FDEE852A49CE}"/>
              </a:ext>
            </a:extLst>
          </p:cNvPr>
          <p:cNvSpPr txBox="1"/>
          <p:nvPr/>
        </p:nvSpPr>
        <p:spPr>
          <a:xfrm>
            <a:off x="887326" y="1649732"/>
            <a:ext cx="1234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24</a:t>
            </a:r>
            <a:r>
              <a:rPr lang="ja-JP" altLang="en-US" sz="12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時間以内</a:t>
            </a: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A62FB29C-59AE-B5F5-D41C-EF9F7B1505DF}"/>
              </a:ext>
            </a:extLst>
          </p:cNvPr>
          <p:cNvSpPr txBox="1"/>
          <p:nvPr/>
        </p:nvSpPr>
        <p:spPr>
          <a:xfrm>
            <a:off x="2508766" y="1671605"/>
            <a:ext cx="549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今週</a:t>
            </a:r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8DED91DA-A289-754A-567E-460EE5EC5A7A}"/>
              </a:ext>
            </a:extLst>
          </p:cNvPr>
          <p:cNvSpPr txBox="1"/>
          <p:nvPr/>
        </p:nvSpPr>
        <p:spPr>
          <a:xfrm>
            <a:off x="3616073" y="1649732"/>
            <a:ext cx="999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対象コース</a:t>
            </a:r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75D8B365-1BCF-EA18-872D-634ECEE946EB}"/>
              </a:ext>
            </a:extLst>
          </p:cNvPr>
          <p:cNvSpPr txBox="1"/>
          <p:nvPr/>
        </p:nvSpPr>
        <p:spPr>
          <a:xfrm>
            <a:off x="1115926" y="2689169"/>
            <a:ext cx="926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今日</a:t>
            </a:r>
            <a:r>
              <a:rPr lang="en-US" altLang="ja-JP" sz="12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23:59</a:t>
            </a:r>
            <a:endParaRPr lang="ja-JP" altLang="en-US" sz="1200" dirty="0">
              <a:latin typeface="HackGen Console NF" panose="020B0509020203020207" pitchFamily="49" charset="2"/>
              <a:ea typeface="HackGen Console NF" panose="020B0509020203020207" pitchFamily="49" charset="2"/>
              <a:cs typeface="HackGen Console NF" panose="020B0509020203020207" pitchFamily="49" charset="2"/>
            </a:endParaRP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8108500E-E069-2CAF-B110-9C6D70672FC0}"/>
              </a:ext>
            </a:extLst>
          </p:cNvPr>
          <p:cNvSpPr txBox="1"/>
          <p:nvPr/>
        </p:nvSpPr>
        <p:spPr>
          <a:xfrm>
            <a:off x="1135313" y="3679021"/>
            <a:ext cx="937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明日</a:t>
            </a:r>
            <a:r>
              <a:rPr lang="en-US" altLang="ja-JP" sz="12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10:00</a:t>
            </a:r>
            <a:endParaRPr lang="ja-JP" altLang="en-US" sz="1200" dirty="0">
              <a:latin typeface="HackGen Console NF" panose="020B0509020203020207" pitchFamily="49" charset="2"/>
              <a:ea typeface="HackGen Console NF" panose="020B0509020203020207" pitchFamily="49" charset="2"/>
              <a:cs typeface="HackGen Console NF" panose="020B0509020203020207" pitchFamily="49" charset="2"/>
            </a:endParaRPr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59572ECA-BC85-01CB-22A9-F869F0BB39CC}"/>
              </a:ext>
            </a:extLst>
          </p:cNvPr>
          <p:cNvSpPr txBox="1"/>
          <p:nvPr/>
        </p:nvSpPr>
        <p:spPr>
          <a:xfrm>
            <a:off x="3932079" y="2692972"/>
            <a:ext cx="6763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FF0000"/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15</a:t>
            </a:r>
            <a:r>
              <a:rPr lang="ja-JP" altLang="en-US" sz="1200" dirty="0">
                <a:solidFill>
                  <a:srgbClr val="FF0000"/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時間</a:t>
            </a:r>
          </a:p>
        </p:txBody>
      </p: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B15386C8-C220-383B-B8EC-9623B10D1699}"/>
              </a:ext>
            </a:extLst>
          </p:cNvPr>
          <p:cNvSpPr txBox="1"/>
          <p:nvPr/>
        </p:nvSpPr>
        <p:spPr>
          <a:xfrm>
            <a:off x="4004572" y="3680697"/>
            <a:ext cx="5178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>
                <a:solidFill>
                  <a:srgbClr val="6600FF"/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1</a:t>
            </a:r>
            <a:r>
              <a:rPr lang="ja-JP" altLang="en-US" sz="1200" dirty="0">
                <a:solidFill>
                  <a:srgbClr val="6600FF"/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日</a:t>
            </a:r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6C33930E-65EA-95F6-EE79-061308D72329}"/>
              </a:ext>
            </a:extLst>
          </p:cNvPr>
          <p:cNvSpPr txBox="1"/>
          <p:nvPr/>
        </p:nvSpPr>
        <p:spPr>
          <a:xfrm>
            <a:off x="512795" y="1939515"/>
            <a:ext cx="1234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chemeClr val="accent2"/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2</a:t>
            </a:r>
            <a:endParaRPr lang="ja-JP" altLang="en-US" dirty="0">
              <a:solidFill>
                <a:schemeClr val="accent2"/>
              </a:solidFill>
              <a:latin typeface="HackGen Console NF" panose="020B0509020203020207" pitchFamily="49" charset="2"/>
              <a:ea typeface="HackGen Console NF" panose="020B0509020203020207" pitchFamily="49" charset="2"/>
              <a:cs typeface="HackGen Console NF" panose="020B0509020203020207" pitchFamily="49" charset="2"/>
            </a:endParaRPr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3009D4F3-D43F-E227-3FDF-396A301365BF}"/>
              </a:ext>
            </a:extLst>
          </p:cNvPr>
          <p:cNvSpPr txBox="1"/>
          <p:nvPr/>
        </p:nvSpPr>
        <p:spPr>
          <a:xfrm>
            <a:off x="1811243" y="1932624"/>
            <a:ext cx="1234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solidFill>
                  <a:srgbClr val="6600FF"/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6</a:t>
            </a:r>
            <a:endParaRPr lang="ja-JP" altLang="en-US" dirty="0">
              <a:solidFill>
                <a:srgbClr val="6600FF"/>
              </a:solidFill>
              <a:latin typeface="HackGen Console NF" panose="020B0509020203020207" pitchFamily="49" charset="2"/>
              <a:ea typeface="HackGen Console NF" panose="020B0509020203020207" pitchFamily="49" charset="2"/>
              <a:cs typeface="HackGen Console NF" panose="020B0509020203020207" pitchFamily="49" charset="2"/>
            </a:endParaRPr>
          </a:p>
        </p:txBody>
      </p:sp>
      <p:sp>
        <p:nvSpPr>
          <p:cNvPr id="111" name="テキスト ボックス 110">
            <a:extLst>
              <a:ext uri="{FF2B5EF4-FFF2-40B4-BE49-F238E27FC236}">
                <a16:creationId xmlns:a16="http://schemas.microsoft.com/office/drawing/2014/main" id="{F3CCBA60-9EC7-564A-186D-A65AE55577A8}"/>
              </a:ext>
            </a:extLst>
          </p:cNvPr>
          <p:cNvSpPr txBox="1"/>
          <p:nvPr/>
        </p:nvSpPr>
        <p:spPr>
          <a:xfrm>
            <a:off x="3112739" y="1943718"/>
            <a:ext cx="1234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5</a:t>
            </a:r>
            <a:endParaRPr lang="ja-JP" altLang="en-US" dirty="0">
              <a:latin typeface="HackGen Console NF" panose="020B0509020203020207" pitchFamily="49" charset="2"/>
              <a:ea typeface="HackGen Console NF" panose="020B0509020203020207" pitchFamily="49" charset="2"/>
              <a:cs typeface="HackGen Console NF" panose="020B0509020203020207" pitchFamily="49" charset="2"/>
            </a:endParaRPr>
          </a:p>
        </p:txBody>
      </p:sp>
      <p:sp>
        <p:nvSpPr>
          <p:cNvPr id="113" name="テキスト ボックス 112">
            <a:extLst>
              <a:ext uri="{FF2B5EF4-FFF2-40B4-BE49-F238E27FC236}">
                <a16:creationId xmlns:a16="http://schemas.microsoft.com/office/drawing/2014/main" id="{9E803D05-42FD-39F1-EA0E-979D6931D33D}"/>
              </a:ext>
            </a:extLst>
          </p:cNvPr>
          <p:cNvSpPr txBox="1"/>
          <p:nvPr/>
        </p:nvSpPr>
        <p:spPr>
          <a:xfrm>
            <a:off x="1096451" y="3064502"/>
            <a:ext cx="3399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第</a:t>
            </a:r>
            <a:r>
              <a:rPr lang="en-US" altLang="ja-JP" sz="14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7</a:t>
            </a:r>
            <a:r>
              <a:rPr lang="ja-JP" altLang="en-US" sz="14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回小テスト 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データサイエンス</a:t>
            </a:r>
            <a:endParaRPr lang="ja-JP" altLang="en-US" sz="1400" dirty="0">
              <a:solidFill>
                <a:schemeClr val="bg1">
                  <a:lumMod val="50000"/>
                </a:schemeClr>
              </a:solidFill>
              <a:latin typeface="HackGen Console NF" panose="020B0509020203020207" pitchFamily="49" charset="2"/>
              <a:ea typeface="HackGen Console NF" panose="020B0509020203020207" pitchFamily="49" charset="2"/>
              <a:cs typeface="HackGen Console NF" panose="020B0509020203020207" pitchFamily="49" charset="2"/>
            </a:endParaRPr>
          </a:p>
        </p:txBody>
      </p: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39C2D396-4BD9-1B49-1ACA-2D6147E177B1}"/>
              </a:ext>
            </a:extLst>
          </p:cNvPr>
          <p:cNvSpPr txBox="1"/>
          <p:nvPr/>
        </p:nvSpPr>
        <p:spPr>
          <a:xfrm>
            <a:off x="1135313" y="4024894"/>
            <a:ext cx="3399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Week8 Assignment</a:t>
            </a:r>
            <a:r>
              <a:rPr lang="ja-JP" altLang="en-US" sz="1400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 </a:t>
            </a:r>
            <a:r>
              <a:rPr lang="en-US" altLang="ja-JP" sz="900" dirty="0">
                <a:solidFill>
                  <a:schemeClr val="bg1">
                    <a:lumMod val="50000"/>
                  </a:schemeClr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Freshman English</a:t>
            </a:r>
            <a:endParaRPr lang="ja-JP" altLang="en-US" sz="1400" dirty="0">
              <a:solidFill>
                <a:schemeClr val="bg1">
                  <a:lumMod val="50000"/>
                </a:schemeClr>
              </a:solidFill>
              <a:latin typeface="HackGen Console NF" panose="020B0509020203020207" pitchFamily="49" charset="2"/>
              <a:ea typeface="HackGen Console NF" panose="020B0509020203020207" pitchFamily="49" charset="2"/>
              <a:cs typeface="HackGen Console NF" panose="020B0509020203020207" pitchFamily="49" charset="2"/>
            </a:endParaRPr>
          </a:p>
        </p:txBody>
      </p:sp>
      <p:sp>
        <p:nvSpPr>
          <p:cNvPr id="123" name="Shape 15">
            <a:extLst>
              <a:ext uri="{FF2B5EF4-FFF2-40B4-BE49-F238E27FC236}">
                <a16:creationId xmlns:a16="http://schemas.microsoft.com/office/drawing/2014/main" id="{A9922CB1-6353-7FC9-B53E-592EAC942258}"/>
              </a:ext>
            </a:extLst>
          </p:cNvPr>
          <p:cNvSpPr/>
          <p:nvPr/>
        </p:nvSpPr>
        <p:spPr>
          <a:xfrm>
            <a:off x="3824438" y="3081231"/>
            <a:ext cx="896112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5" name="テキスト ボックス 114">
            <a:extLst>
              <a:ext uri="{FF2B5EF4-FFF2-40B4-BE49-F238E27FC236}">
                <a16:creationId xmlns:a16="http://schemas.microsoft.com/office/drawing/2014/main" id="{0DDB6DFD-F99B-8434-A8CE-0978A77FD167}"/>
              </a:ext>
            </a:extLst>
          </p:cNvPr>
          <p:cNvSpPr txBox="1"/>
          <p:nvPr/>
        </p:nvSpPr>
        <p:spPr>
          <a:xfrm>
            <a:off x="3946826" y="3084303"/>
            <a:ext cx="685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solidFill>
                  <a:schemeClr val="bg1">
                    <a:lumMod val="50000"/>
                  </a:schemeClr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未提出</a:t>
            </a:r>
          </a:p>
        </p:txBody>
      </p:sp>
      <p:sp>
        <p:nvSpPr>
          <p:cNvPr id="133" name="Shape 15">
            <a:extLst>
              <a:ext uri="{FF2B5EF4-FFF2-40B4-BE49-F238E27FC236}">
                <a16:creationId xmlns:a16="http://schemas.microsoft.com/office/drawing/2014/main" id="{FBAAEF68-2595-3C64-A7BF-670D469B13A2}"/>
              </a:ext>
            </a:extLst>
          </p:cNvPr>
          <p:cNvSpPr/>
          <p:nvPr/>
        </p:nvSpPr>
        <p:spPr>
          <a:xfrm>
            <a:off x="3822192" y="4061370"/>
            <a:ext cx="896112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5" name="テキスト ボックス 134">
            <a:extLst>
              <a:ext uri="{FF2B5EF4-FFF2-40B4-BE49-F238E27FC236}">
                <a16:creationId xmlns:a16="http://schemas.microsoft.com/office/drawing/2014/main" id="{D4B765ED-A5CA-C882-A670-691A64868F48}"/>
              </a:ext>
            </a:extLst>
          </p:cNvPr>
          <p:cNvSpPr txBox="1"/>
          <p:nvPr/>
        </p:nvSpPr>
        <p:spPr>
          <a:xfrm>
            <a:off x="3944580" y="4064442"/>
            <a:ext cx="685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>
                <a:solidFill>
                  <a:schemeClr val="bg1">
                    <a:lumMod val="50000"/>
                  </a:schemeClr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未提出</a:t>
            </a:r>
          </a:p>
        </p:txBody>
      </p:sp>
      <p:sp>
        <p:nvSpPr>
          <p:cNvPr id="136" name="テキスト ボックス 135">
            <a:extLst>
              <a:ext uri="{FF2B5EF4-FFF2-40B4-BE49-F238E27FC236}">
                <a16:creationId xmlns:a16="http://schemas.microsoft.com/office/drawing/2014/main" id="{33DCDC20-81E5-F976-B044-DF76D285B3C1}"/>
              </a:ext>
            </a:extLst>
          </p:cNvPr>
          <p:cNvSpPr txBox="1"/>
          <p:nvPr/>
        </p:nvSpPr>
        <p:spPr>
          <a:xfrm>
            <a:off x="7248266" y="737753"/>
            <a:ext cx="5126607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締め切りを見逃さない</a:t>
            </a:r>
            <a:endParaRPr kumimoji="1" lang="en-US" altLang="ja-JP" sz="3200" b="1" dirty="0">
              <a:latin typeface="HackGen Console NF" panose="020B0509020203020207" pitchFamily="49" charset="2"/>
              <a:ea typeface="HackGen Console NF" panose="020B0509020203020207" pitchFamily="49" charset="2"/>
              <a:cs typeface="HackGen Console NF" panose="020B0509020203020207" pitchFamily="49" charset="2"/>
            </a:endParaRPr>
          </a:p>
          <a:p>
            <a:endParaRPr kumimoji="1" lang="en-US" altLang="ja-JP" sz="500" dirty="0">
              <a:latin typeface="HackGen Console NF" panose="020B0509020203020207" pitchFamily="49" charset="2"/>
              <a:ea typeface="HackGen Console NF" panose="020B0509020203020207" pitchFamily="49" charset="2"/>
              <a:cs typeface="HackGen Console NF" panose="020B0509020203020207" pitchFamily="49" charset="2"/>
            </a:endParaRPr>
          </a:p>
          <a:p>
            <a:r>
              <a:rPr kumimoji="1" lang="en-US" altLang="ja-JP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LETUS</a:t>
            </a:r>
            <a:r>
              <a:rPr kumimoji="1" lang="ja-JP" altLang="en-US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の課題締め切りと提出状況を</a:t>
            </a:r>
            <a:endParaRPr kumimoji="1" lang="en-US" altLang="ja-JP" dirty="0">
              <a:latin typeface="HackGen Console NF" panose="020B0509020203020207" pitchFamily="49" charset="2"/>
              <a:ea typeface="HackGen Console NF" panose="020B0509020203020207" pitchFamily="49" charset="2"/>
              <a:cs typeface="HackGen Console NF" panose="020B0509020203020207" pitchFamily="49" charset="2"/>
            </a:endParaRPr>
          </a:p>
          <a:p>
            <a:r>
              <a:rPr kumimoji="1" lang="ja-JP" altLang="en-US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ポップアップとダッシュボードで整理</a:t>
            </a:r>
          </a:p>
        </p:txBody>
      </p:sp>
      <p:sp>
        <p:nvSpPr>
          <p:cNvPr id="137" name="テキスト ボックス 136">
            <a:extLst>
              <a:ext uri="{FF2B5EF4-FFF2-40B4-BE49-F238E27FC236}">
                <a16:creationId xmlns:a16="http://schemas.microsoft.com/office/drawing/2014/main" id="{1C316F3B-428E-A4B6-72F6-6DFA4325017A}"/>
              </a:ext>
            </a:extLst>
          </p:cNvPr>
          <p:cNvSpPr txBox="1"/>
          <p:nvPr/>
        </p:nvSpPr>
        <p:spPr>
          <a:xfrm>
            <a:off x="7856657" y="2524124"/>
            <a:ext cx="3908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24</a:t>
            </a:r>
            <a:r>
              <a:rPr kumimoji="1" lang="ja-JP" altLang="en-US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時間以内の課題を優先表示</a:t>
            </a:r>
          </a:p>
        </p:txBody>
      </p:sp>
      <p:sp>
        <p:nvSpPr>
          <p:cNvPr id="139" name="テキスト ボックス 138">
            <a:extLst>
              <a:ext uri="{FF2B5EF4-FFF2-40B4-BE49-F238E27FC236}">
                <a16:creationId xmlns:a16="http://schemas.microsoft.com/office/drawing/2014/main" id="{99736B3A-8B60-9906-D805-CC462E0D940C}"/>
              </a:ext>
            </a:extLst>
          </p:cNvPr>
          <p:cNvSpPr txBox="1"/>
          <p:nvPr/>
        </p:nvSpPr>
        <p:spPr>
          <a:xfrm>
            <a:off x="7853272" y="3033724"/>
            <a:ext cx="3908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マイコースから選んで読み取り</a:t>
            </a:r>
          </a:p>
        </p:txBody>
      </p:sp>
      <p:sp>
        <p:nvSpPr>
          <p:cNvPr id="141" name="テキスト ボックス 140">
            <a:extLst>
              <a:ext uri="{FF2B5EF4-FFF2-40B4-BE49-F238E27FC236}">
                <a16:creationId xmlns:a16="http://schemas.microsoft.com/office/drawing/2014/main" id="{18FEF037-46EC-EF21-BD7C-7E3C78C5C169}"/>
              </a:ext>
            </a:extLst>
          </p:cNvPr>
          <p:cNvSpPr txBox="1"/>
          <p:nvPr/>
        </p:nvSpPr>
        <p:spPr>
          <a:xfrm>
            <a:off x="7856657" y="3548433"/>
            <a:ext cx="3908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不要な課題は非表示にして整理</a:t>
            </a:r>
          </a:p>
        </p:txBody>
      </p:sp>
      <p:sp>
        <p:nvSpPr>
          <p:cNvPr id="143" name="テキスト ボックス 142">
            <a:extLst>
              <a:ext uri="{FF2B5EF4-FFF2-40B4-BE49-F238E27FC236}">
                <a16:creationId xmlns:a16="http://schemas.microsoft.com/office/drawing/2014/main" id="{E789F2F4-511B-FE5E-BF08-24122C07CC3C}"/>
              </a:ext>
            </a:extLst>
          </p:cNvPr>
          <p:cNvSpPr txBox="1"/>
          <p:nvPr/>
        </p:nvSpPr>
        <p:spPr>
          <a:xfrm>
            <a:off x="7853271" y="4004283"/>
            <a:ext cx="3908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更新や締め切りを通知でお知らせ</a:t>
            </a:r>
          </a:p>
        </p:txBody>
      </p:sp>
      <p:sp>
        <p:nvSpPr>
          <p:cNvPr id="145" name="テキスト ボックス 144">
            <a:extLst>
              <a:ext uri="{FF2B5EF4-FFF2-40B4-BE49-F238E27FC236}">
                <a16:creationId xmlns:a16="http://schemas.microsoft.com/office/drawing/2014/main" id="{0269AF0F-FD36-E7CB-F432-A64271013B6D}"/>
              </a:ext>
            </a:extLst>
          </p:cNvPr>
          <p:cNvSpPr txBox="1"/>
          <p:nvPr/>
        </p:nvSpPr>
        <p:spPr>
          <a:xfrm>
            <a:off x="7514432" y="4561070"/>
            <a:ext cx="3908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  <a:latin typeface="HackGen Console NF" panose="020B0509020203020207" pitchFamily="49" charset="2"/>
                <a:ea typeface="HackGen Console NF" panose="020B0509020203020207" pitchFamily="49" charset="2"/>
                <a:cs typeface="HackGen Console NF" panose="020B0509020203020207" pitchFamily="49" charset="2"/>
              </a:rPr>
              <a:t>課題管理をもっとシンプルに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3729D669-6D75-645B-DE5A-73549AF21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216" y="762420"/>
            <a:ext cx="1164311" cy="11643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83</Words>
  <Application>Microsoft Office PowerPoint</Application>
  <PresentationFormat>ユーザー設定</PresentationFormat>
  <Paragraphs>26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Arial</vt:lpstr>
      <vt:lpstr>HackGen Console NF</vt:lpstr>
      <vt:lpstr>Office Theme</vt:lpstr>
      <vt:lpstr>PowerPoint プレゼンテーション</vt:lpstr>
    </vt:vector>
  </TitlesOfParts>
  <Company>LETUS Task Watcher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Promo Marquee Editable</dc:title>
  <dc:subject>Chrome Web Store editable visual assets</dc:subject>
  <dc:creator>宋　陽</dc:creator>
  <cp:lastModifiedBy>宋　陽</cp:lastModifiedBy>
  <cp:revision>2</cp:revision>
  <dcterms:created xsi:type="dcterms:W3CDTF">2026-06-26T13:10:57Z</dcterms:created>
  <dcterms:modified xsi:type="dcterms:W3CDTF">2026-06-27T16:02:04Z</dcterms:modified>
</cp:coreProperties>
</file>