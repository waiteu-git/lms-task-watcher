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022725" cy="2560638"/>
  <p:notesSz cx="2560638" cy="40227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144A7-9A5F-482C-A718-7EDDB30EB716}" v="2" dt="2026-06-26T15:17:03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0" d="100"/>
          <a:sy n="400" d="100"/>
        </p:scale>
        <p:origin x="189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宋　陽" userId="fc41eacb-1e89-46cc-99cc-69273c64d795" providerId="ADAL" clId="{5C6F417B-4E2C-4AA1-8CED-C9B8FB6205EF}"/>
    <pc:docChg chg="undo custSel modSld">
      <pc:chgData name="宋　陽" userId="fc41eacb-1e89-46cc-99cc-69273c64d795" providerId="ADAL" clId="{5C6F417B-4E2C-4AA1-8CED-C9B8FB6205EF}" dt="2026-06-26T15:29:02.792" v="251" actId="1076"/>
      <pc:docMkLst>
        <pc:docMk/>
      </pc:docMkLst>
      <pc:sldChg chg="addSp delSp modSp mod">
        <pc:chgData name="宋　陽" userId="fc41eacb-1e89-46cc-99cc-69273c64d795" providerId="ADAL" clId="{5C6F417B-4E2C-4AA1-8CED-C9B8FB6205EF}" dt="2026-06-26T15:29:02.792" v="251" actId="1076"/>
        <pc:sldMkLst>
          <pc:docMk/>
          <pc:sldMk cId="0" sldId="256"/>
        </pc:sldMkLst>
        <pc:spChg chg="mod">
          <ac:chgData name="宋　陽" userId="fc41eacb-1e89-46cc-99cc-69273c64d795" providerId="ADAL" clId="{5C6F417B-4E2C-4AA1-8CED-C9B8FB6205EF}" dt="2026-06-26T15:17:44.262" v="206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15:21.187" v="35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12:47.695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12:48.730" v="1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10.540" v="237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15.444" v="241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14.185" v="240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10.042" v="236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17.182" v="244" actId="478"/>
          <ac:spMkLst>
            <pc:docMk/>
            <pc:sldMk cId="0" sldId="256"/>
            <ac:spMk id="15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5:28:16.690" v="243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06.351" v="229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05.830" v="228" actId="478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5:28:05.215" v="227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11.110" v="238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07.853" v="232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07.465" v="231" actId="478"/>
          <ac:spMkLst>
            <pc:docMk/>
            <pc:sldMk cId="0" sldId="256"/>
            <ac:spMk id="23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5:28:06.910" v="230" actId="478"/>
          <ac:spMkLst>
            <pc:docMk/>
            <pc:sldMk cId="0" sldId="256"/>
            <ac:spMk id="2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13.302" v="239" actId="478"/>
          <ac:spMkLst>
            <pc:docMk/>
            <pc:sldMk cId="0" sldId="256"/>
            <ac:spMk id="2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08.481" v="233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09.594" v="235" actId="478"/>
          <ac:spMkLst>
            <pc:docMk/>
            <pc:sldMk cId="0" sldId="256"/>
            <ac:spMk id="27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5:28:08.949" v="234" actId="478"/>
          <ac:spMkLst>
            <pc:docMk/>
            <pc:sldMk cId="0" sldId="256"/>
            <ac:spMk id="2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8:18.157" v="245" actId="478"/>
          <ac:spMkLst>
            <pc:docMk/>
            <pc:sldMk cId="0" sldId="256"/>
            <ac:spMk id="29" creationId="{00000000-0000-0000-0000-000000000000}"/>
          </ac:spMkLst>
        </pc:spChg>
        <pc:spChg chg="add del mod">
          <ac:chgData name="宋　陽" userId="fc41eacb-1e89-46cc-99cc-69273c64d795" providerId="ADAL" clId="{5C6F417B-4E2C-4AA1-8CED-C9B8FB6205EF}" dt="2026-06-26T15:28:16.015" v="242" actId="478"/>
          <ac:spMkLst>
            <pc:docMk/>
            <pc:sldMk cId="0" sldId="256"/>
            <ac:spMk id="31" creationId="{F48E43DE-69C3-6453-4923-F568961D03B4}"/>
          </ac:spMkLst>
        </pc:spChg>
        <pc:spChg chg="add mod">
          <ac:chgData name="宋　陽" userId="fc41eacb-1e89-46cc-99cc-69273c64d795" providerId="ADAL" clId="{5C6F417B-4E2C-4AA1-8CED-C9B8FB6205EF}" dt="2026-06-26T15:16:40.887" v="177" actId="404"/>
          <ac:spMkLst>
            <pc:docMk/>
            <pc:sldMk cId="0" sldId="256"/>
            <ac:spMk id="32" creationId="{06F07401-4135-8338-C303-138C13F42AD8}"/>
          </ac:spMkLst>
        </pc:spChg>
        <pc:spChg chg="add mod">
          <ac:chgData name="宋　陽" userId="fc41eacb-1e89-46cc-99cc-69273c64d795" providerId="ADAL" clId="{5C6F417B-4E2C-4AA1-8CED-C9B8FB6205EF}" dt="2026-06-26T15:18:31.594" v="224" actId="1076"/>
          <ac:spMkLst>
            <pc:docMk/>
            <pc:sldMk cId="0" sldId="256"/>
            <ac:spMk id="33" creationId="{9211D9E4-8439-8DC5-9316-9BDC793A54B8}"/>
          </ac:spMkLst>
        </pc:spChg>
        <pc:spChg chg="add mod">
          <ac:chgData name="宋　陽" userId="fc41eacb-1e89-46cc-99cc-69273c64d795" providerId="ADAL" clId="{5C6F417B-4E2C-4AA1-8CED-C9B8FB6205EF}" dt="2026-06-26T15:18:36.703" v="226" actId="1076"/>
          <ac:spMkLst>
            <pc:docMk/>
            <pc:sldMk cId="0" sldId="256"/>
            <ac:spMk id="35" creationId="{95E0F6F8-82C5-5771-43EB-B8C94854B9F4}"/>
          </ac:spMkLst>
        </pc:spChg>
        <pc:picChg chg="add mod">
          <ac:chgData name="宋　陽" userId="fc41eacb-1e89-46cc-99cc-69273c64d795" providerId="ADAL" clId="{5C6F417B-4E2C-4AA1-8CED-C9B8FB6205EF}" dt="2026-06-26T15:29:02.792" v="251" actId="1076"/>
          <ac:picMkLst>
            <pc:docMk/>
            <pc:sldMk cId="0" sldId="256"/>
            <ac:picMk id="8" creationId="{70FC3EC8-059E-9053-3DDC-13596A0211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8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885139" y="-1228954"/>
            <a:ext cx="3379622" cy="3226003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810512" y="-896112"/>
            <a:ext cx="3218688" cy="3046781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46074" y="1484986"/>
            <a:ext cx="2896819" cy="1971446"/>
          </a:xfrm>
          <a:prstGeom prst="ellipse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1042416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408176" y="1874520"/>
            <a:ext cx="1042416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438053" y="703631"/>
            <a:ext cx="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6F07401-4135-8338-C303-138C13F42AD8}"/>
              </a:ext>
            </a:extLst>
          </p:cNvPr>
          <p:cNvSpPr txBox="1"/>
          <p:nvPr/>
        </p:nvSpPr>
        <p:spPr>
          <a:xfrm>
            <a:off x="269844" y="504781"/>
            <a:ext cx="22766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Task Watcher</a:t>
            </a:r>
          </a:p>
          <a:p>
            <a:endParaRPr kumimoji="1" lang="en-US" altLang="ja-JP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  <a:p>
            <a:r>
              <a:rPr kumimoji="1"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課題締め切りと提出状況をブラウザで整理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211D9E4-8439-8DC5-9316-9BDC793A54B8}"/>
              </a:ext>
            </a:extLst>
          </p:cNvPr>
          <p:cNvSpPr txBox="1"/>
          <p:nvPr/>
        </p:nvSpPr>
        <p:spPr>
          <a:xfrm>
            <a:off x="203359" y="1874520"/>
            <a:ext cx="1147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>
                <a:solidFill>
                  <a:schemeClr val="accent2"/>
                </a:solidFill>
              </a:rPr>
              <a:t>自動更新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5E0F6F8-82C5-5771-43EB-B8C94854B9F4}"/>
              </a:ext>
            </a:extLst>
          </p:cNvPr>
          <p:cNvSpPr txBox="1"/>
          <p:nvPr/>
        </p:nvSpPr>
        <p:spPr>
          <a:xfrm>
            <a:off x="1346721" y="1878854"/>
            <a:ext cx="1147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>
                <a:solidFill>
                  <a:srgbClr val="00B050"/>
                </a:solidFill>
              </a:rPr>
              <a:t>通知対応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5316620-7E1E-2923-B286-034E59038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0" y="630047"/>
            <a:ext cx="1210979" cy="12109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</Words>
  <Application>Microsoft Office PowerPoint</Application>
  <PresentationFormat>ユーザー設定</PresentationFormat>
  <Paragraphs>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HackGen Console NF</vt:lpstr>
      <vt:lpstr>Office Theme</vt:lpstr>
      <vt:lpstr>PowerPoint プレゼンテーション</vt:lpstr>
    </vt:vector>
  </TitlesOfParts>
  <Company>LETUS Task Watcher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 Small Editable</dc:title>
  <dc:subject>Chrome Web Store editable visual assets</dc:subject>
  <dc:creator>宋　陽</dc:creator>
  <cp:lastModifiedBy>宋　陽</cp:lastModifiedBy>
  <cp:revision>2</cp:revision>
  <dcterms:created xsi:type="dcterms:W3CDTF">2026-06-26T13:10:58Z</dcterms:created>
  <dcterms:modified xsi:type="dcterms:W3CDTF">2026-06-27T16:01:23Z</dcterms:modified>
</cp:coreProperties>
</file>